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256" r:id="rId5"/>
    <p:sldId id="257" r:id="rId6"/>
    <p:sldId id="286" r:id="rId7"/>
    <p:sldId id="288" r:id="rId8"/>
    <p:sldId id="312" r:id="rId9"/>
    <p:sldId id="297" r:id="rId10"/>
    <p:sldId id="298" r:id="rId11"/>
    <p:sldId id="299" r:id="rId12"/>
    <p:sldId id="310" r:id="rId13"/>
    <p:sldId id="300" r:id="rId14"/>
    <p:sldId id="302" r:id="rId15"/>
    <p:sldId id="303" r:id="rId16"/>
    <p:sldId id="304" r:id="rId17"/>
    <p:sldId id="301" r:id="rId18"/>
    <p:sldId id="305" r:id="rId19"/>
    <p:sldId id="306" r:id="rId20"/>
    <p:sldId id="307" r:id="rId21"/>
    <p:sldId id="308" r:id="rId22"/>
    <p:sldId id="309" r:id="rId23"/>
    <p:sldId id="313" r:id="rId24"/>
    <p:sldId id="314" r:id="rId25"/>
    <p:sldId id="315" r:id="rId26"/>
    <p:sldId id="316" r:id="rId27"/>
    <p:sldId id="29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C9FAA1-4E26-4FFF-8DDB-700CBC8F9541}" v="15" dt="2025-11-28T14:54:28.322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5646" autoAdjust="0"/>
  </p:normalViewPr>
  <p:slideViewPr>
    <p:cSldViewPr snapToGrid="0">
      <p:cViewPr>
        <p:scale>
          <a:sx n="125" d="100"/>
          <a:sy n="125" d="100"/>
        </p:scale>
        <p:origin x="1584" y="702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58" d="100"/>
          <a:sy n="58" d="100"/>
        </p:scale>
        <p:origin x="2371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KUB NASTA - STUDENT" userId="1bb27371-dc17-4a31-a5d0-3e6bc38daef5" providerId="ADAL" clId="{A82C0977-5C3D-44D8-98CC-557D4E1FBD0F}"/>
    <pc:docChg chg="undo custSel addSld delSld modSld sldOrd">
      <pc:chgData name="JAKUB NASTA - STUDENT" userId="1bb27371-dc17-4a31-a5d0-3e6bc38daef5" providerId="ADAL" clId="{A82C0977-5C3D-44D8-98CC-557D4E1FBD0F}" dt="2025-11-28T15:02:31.846" v="897" actId="20577"/>
      <pc:docMkLst>
        <pc:docMk/>
      </pc:docMkLst>
      <pc:sldChg chg="addSp delSp modSp add mod">
        <pc:chgData name="JAKUB NASTA - STUDENT" userId="1bb27371-dc17-4a31-a5d0-3e6bc38daef5" providerId="ADAL" clId="{A82C0977-5C3D-44D8-98CC-557D4E1FBD0F}" dt="2025-11-28T12:52:18.333" v="59" actId="14100"/>
        <pc:sldMkLst>
          <pc:docMk/>
          <pc:sldMk cId="2882742694" sldId="297"/>
        </pc:sldMkLst>
        <pc:spChg chg="del mod">
          <ac:chgData name="JAKUB NASTA - STUDENT" userId="1bb27371-dc17-4a31-a5d0-3e6bc38daef5" providerId="ADAL" clId="{A82C0977-5C3D-44D8-98CC-557D4E1FBD0F}" dt="2025-11-28T12:48:59.761" v="33" actId="478"/>
          <ac:spMkLst>
            <pc:docMk/>
            <pc:sldMk cId="2882742694" sldId="297"/>
            <ac:spMk id="2" creationId="{29E3BF2C-C951-8B96-088E-B6EE5FC70D88}"/>
          </ac:spMkLst>
        </pc:spChg>
        <pc:spChg chg="del mod">
          <ac:chgData name="JAKUB NASTA - STUDENT" userId="1bb27371-dc17-4a31-a5d0-3e6bc38daef5" providerId="ADAL" clId="{A82C0977-5C3D-44D8-98CC-557D4E1FBD0F}" dt="2025-11-28T12:46:35.741" v="5" actId="478"/>
          <ac:spMkLst>
            <pc:docMk/>
            <pc:sldMk cId="2882742694" sldId="297"/>
            <ac:spMk id="3" creationId="{0974BF9C-20D8-6873-C6E3-CD458EF2251B}"/>
          </ac:spMkLst>
        </pc:spChg>
        <pc:picChg chg="del">
          <ac:chgData name="JAKUB NASTA - STUDENT" userId="1bb27371-dc17-4a31-a5d0-3e6bc38daef5" providerId="ADAL" clId="{A82C0977-5C3D-44D8-98CC-557D4E1FBD0F}" dt="2025-11-28T12:46:31.358" v="3" actId="478"/>
          <ac:picMkLst>
            <pc:docMk/>
            <pc:sldMk cId="2882742694" sldId="297"/>
            <ac:picMk id="5" creationId="{3ADA52CC-822C-4DDD-BD06-7D981901A9B9}"/>
          </ac:picMkLst>
        </pc:picChg>
        <pc:picChg chg="add mod">
          <ac:chgData name="JAKUB NASTA - STUDENT" userId="1bb27371-dc17-4a31-a5d0-3e6bc38daef5" providerId="ADAL" clId="{A82C0977-5C3D-44D8-98CC-557D4E1FBD0F}" dt="2025-11-28T12:52:18.333" v="59" actId="14100"/>
          <ac:picMkLst>
            <pc:docMk/>
            <pc:sldMk cId="2882742694" sldId="297"/>
            <ac:picMk id="6" creationId="{AA5863F5-1F1E-D140-737B-4159E63B7049}"/>
          </ac:picMkLst>
        </pc:picChg>
        <pc:picChg chg="del">
          <ac:chgData name="JAKUB NASTA - STUDENT" userId="1bb27371-dc17-4a31-a5d0-3e6bc38daef5" providerId="ADAL" clId="{A82C0977-5C3D-44D8-98CC-557D4E1FBD0F}" dt="2025-11-28T12:46:30.055" v="2" actId="478"/>
          <ac:picMkLst>
            <pc:docMk/>
            <pc:sldMk cId="2882742694" sldId="297"/>
            <ac:picMk id="7" creationId="{E178FA49-63ED-9246-32A4-D0F0E12D6B71}"/>
          </ac:picMkLst>
        </pc:picChg>
        <pc:picChg chg="add mod">
          <ac:chgData name="JAKUB NASTA - STUDENT" userId="1bb27371-dc17-4a31-a5d0-3e6bc38daef5" providerId="ADAL" clId="{A82C0977-5C3D-44D8-98CC-557D4E1FBD0F}" dt="2025-11-28T12:52:09.814" v="56" actId="14100"/>
          <ac:picMkLst>
            <pc:docMk/>
            <pc:sldMk cId="2882742694" sldId="297"/>
            <ac:picMk id="9" creationId="{9CE833DD-5932-729A-7FE1-DB599B6F8689}"/>
          </ac:picMkLst>
        </pc:picChg>
        <pc:picChg chg="add mod">
          <ac:chgData name="JAKUB NASTA - STUDENT" userId="1bb27371-dc17-4a31-a5d0-3e6bc38daef5" providerId="ADAL" clId="{A82C0977-5C3D-44D8-98CC-557D4E1FBD0F}" dt="2025-11-28T12:49:53.376" v="37" actId="1076"/>
          <ac:picMkLst>
            <pc:docMk/>
            <pc:sldMk cId="2882742694" sldId="297"/>
            <ac:picMk id="11" creationId="{B3487EC1-80B0-37F6-78FF-26029EAB5501}"/>
          </ac:picMkLst>
        </pc:picChg>
      </pc:sldChg>
      <pc:sldChg chg="addSp delSp modSp add mod">
        <pc:chgData name="JAKUB NASTA - STUDENT" userId="1bb27371-dc17-4a31-a5d0-3e6bc38daef5" providerId="ADAL" clId="{A82C0977-5C3D-44D8-98CC-557D4E1FBD0F}" dt="2025-11-28T12:51:50.629" v="55" actId="1076"/>
        <pc:sldMkLst>
          <pc:docMk/>
          <pc:sldMk cId="77199502" sldId="298"/>
        </pc:sldMkLst>
        <pc:picChg chg="add mod">
          <ac:chgData name="JAKUB NASTA - STUDENT" userId="1bb27371-dc17-4a31-a5d0-3e6bc38daef5" providerId="ADAL" clId="{A82C0977-5C3D-44D8-98CC-557D4E1FBD0F}" dt="2025-11-28T12:51:31.933" v="53" actId="14100"/>
          <ac:picMkLst>
            <pc:docMk/>
            <pc:sldMk cId="77199502" sldId="298"/>
            <ac:picMk id="3" creationId="{993C3012-8FBB-59B8-C0F5-DE1D98E5BC5E}"/>
          </ac:picMkLst>
        </pc:picChg>
        <pc:picChg chg="add mod">
          <ac:chgData name="JAKUB NASTA - STUDENT" userId="1bb27371-dc17-4a31-a5d0-3e6bc38daef5" providerId="ADAL" clId="{A82C0977-5C3D-44D8-98CC-557D4E1FBD0F}" dt="2025-11-28T12:51:28.925" v="52" actId="14100"/>
          <ac:picMkLst>
            <pc:docMk/>
            <pc:sldMk cId="77199502" sldId="298"/>
            <ac:picMk id="5" creationId="{98DAE6D2-A5E4-36CC-99E5-18AF79BAE79F}"/>
          </ac:picMkLst>
        </pc:picChg>
        <pc:picChg chg="del">
          <ac:chgData name="JAKUB NASTA - STUDENT" userId="1bb27371-dc17-4a31-a5d0-3e6bc38daef5" providerId="ADAL" clId="{A82C0977-5C3D-44D8-98CC-557D4E1FBD0F}" dt="2025-11-28T12:50:47.187" v="41" actId="478"/>
          <ac:picMkLst>
            <pc:docMk/>
            <pc:sldMk cId="77199502" sldId="298"/>
            <ac:picMk id="6" creationId="{C71F4A3F-68DF-6EC1-D967-396D40A1E8A6}"/>
          </ac:picMkLst>
        </pc:picChg>
        <pc:picChg chg="add mod">
          <ac:chgData name="JAKUB NASTA - STUDENT" userId="1bb27371-dc17-4a31-a5d0-3e6bc38daef5" providerId="ADAL" clId="{A82C0977-5C3D-44D8-98CC-557D4E1FBD0F}" dt="2025-11-28T12:51:50.629" v="55" actId="1076"/>
          <ac:picMkLst>
            <pc:docMk/>
            <pc:sldMk cId="77199502" sldId="298"/>
            <ac:picMk id="8" creationId="{701AB7A4-8E41-D522-76AC-3838D23E25BE}"/>
          </ac:picMkLst>
        </pc:picChg>
        <pc:picChg chg="del">
          <ac:chgData name="JAKUB NASTA - STUDENT" userId="1bb27371-dc17-4a31-a5d0-3e6bc38daef5" providerId="ADAL" clId="{A82C0977-5C3D-44D8-98CC-557D4E1FBD0F}" dt="2025-11-28T12:50:53.881" v="44" actId="478"/>
          <ac:picMkLst>
            <pc:docMk/>
            <pc:sldMk cId="77199502" sldId="298"/>
            <ac:picMk id="9" creationId="{5042590E-EAFF-655E-4711-D96FAD0300C5}"/>
          </ac:picMkLst>
        </pc:picChg>
        <pc:picChg chg="del">
          <ac:chgData name="JAKUB NASTA - STUDENT" userId="1bb27371-dc17-4a31-a5d0-3e6bc38daef5" providerId="ADAL" clId="{A82C0977-5C3D-44D8-98CC-557D4E1FBD0F}" dt="2025-11-28T12:50:54.548" v="45" actId="478"/>
          <ac:picMkLst>
            <pc:docMk/>
            <pc:sldMk cId="77199502" sldId="298"/>
            <ac:picMk id="11" creationId="{7E8270D9-CD5D-E97F-62C5-F092ADC0B1ED}"/>
          </ac:picMkLst>
        </pc:picChg>
      </pc:sldChg>
      <pc:sldChg chg="addSp delSp modSp add mod">
        <pc:chgData name="JAKUB NASTA - STUDENT" userId="1bb27371-dc17-4a31-a5d0-3e6bc38daef5" providerId="ADAL" clId="{A82C0977-5C3D-44D8-98CC-557D4E1FBD0F}" dt="2025-11-28T12:55:33.989" v="79" actId="1076"/>
        <pc:sldMkLst>
          <pc:docMk/>
          <pc:sldMk cId="134227394" sldId="299"/>
        </pc:sldMkLst>
        <pc:picChg chg="del">
          <ac:chgData name="JAKUB NASTA - STUDENT" userId="1bb27371-dc17-4a31-a5d0-3e6bc38daef5" providerId="ADAL" clId="{A82C0977-5C3D-44D8-98CC-557D4E1FBD0F}" dt="2025-11-28T12:53:51.044" v="61" actId="478"/>
          <ac:picMkLst>
            <pc:docMk/>
            <pc:sldMk cId="134227394" sldId="299"/>
            <ac:picMk id="3" creationId="{9DF61A91-CCFF-E14D-9832-4FCE554FF393}"/>
          </ac:picMkLst>
        </pc:picChg>
        <pc:picChg chg="add mod">
          <ac:chgData name="JAKUB NASTA - STUDENT" userId="1bb27371-dc17-4a31-a5d0-3e6bc38daef5" providerId="ADAL" clId="{A82C0977-5C3D-44D8-98CC-557D4E1FBD0F}" dt="2025-11-28T12:54:12.282" v="69" actId="1076"/>
          <ac:picMkLst>
            <pc:docMk/>
            <pc:sldMk cId="134227394" sldId="299"/>
            <ac:picMk id="4" creationId="{6D18FB39-8E4B-32EF-07C0-ED01BDFDFED7}"/>
          </ac:picMkLst>
        </pc:picChg>
        <pc:picChg chg="del">
          <ac:chgData name="JAKUB NASTA - STUDENT" userId="1bb27371-dc17-4a31-a5d0-3e6bc38daef5" providerId="ADAL" clId="{A82C0977-5C3D-44D8-98CC-557D4E1FBD0F}" dt="2025-11-28T12:54:46.597" v="70" actId="478"/>
          <ac:picMkLst>
            <pc:docMk/>
            <pc:sldMk cId="134227394" sldId="299"/>
            <ac:picMk id="5" creationId="{BCFCEC3B-B7DD-47A9-13C5-5A21CEEC6FD4}"/>
          </ac:picMkLst>
        </pc:picChg>
        <pc:picChg chg="add mod">
          <ac:chgData name="JAKUB NASTA - STUDENT" userId="1bb27371-dc17-4a31-a5d0-3e6bc38daef5" providerId="ADAL" clId="{A82C0977-5C3D-44D8-98CC-557D4E1FBD0F}" dt="2025-11-28T12:55:17.532" v="77" actId="14100"/>
          <ac:picMkLst>
            <pc:docMk/>
            <pc:sldMk cId="134227394" sldId="299"/>
            <ac:picMk id="7" creationId="{6A9ADDF5-B5AD-D455-9478-9AA2EA8110B6}"/>
          </ac:picMkLst>
        </pc:picChg>
        <pc:picChg chg="del">
          <ac:chgData name="JAKUB NASTA - STUDENT" userId="1bb27371-dc17-4a31-a5d0-3e6bc38daef5" providerId="ADAL" clId="{A82C0977-5C3D-44D8-98CC-557D4E1FBD0F}" dt="2025-11-28T12:55:09.552" v="72" actId="478"/>
          <ac:picMkLst>
            <pc:docMk/>
            <pc:sldMk cId="134227394" sldId="299"/>
            <ac:picMk id="8" creationId="{AEB6083C-5C3A-95E6-CB17-9C5C70EA3930}"/>
          </ac:picMkLst>
        </pc:picChg>
        <pc:picChg chg="add mod">
          <ac:chgData name="JAKUB NASTA - STUDENT" userId="1bb27371-dc17-4a31-a5d0-3e6bc38daef5" providerId="ADAL" clId="{A82C0977-5C3D-44D8-98CC-557D4E1FBD0F}" dt="2025-11-28T12:55:33.989" v="79" actId="1076"/>
          <ac:picMkLst>
            <pc:docMk/>
            <pc:sldMk cId="134227394" sldId="299"/>
            <ac:picMk id="10" creationId="{43536D35-5588-A1D3-0E84-96CD6E740B39}"/>
          </ac:picMkLst>
        </pc:picChg>
      </pc:sldChg>
      <pc:sldChg chg="del">
        <pc:chgData name="JAKUB NASTA - STUDENT" userId="1bb27371-dc17-4a31-a5d0-3e6bc38daef5" providerId="ADAL" clId="{A82C0977-5C3D-44D8-98CC-557D4E1FBD0F}" dt="2025-11-28T12:45:55.052" v="0" actId="47"/>
        <pc:sldMkLst>
          <pc:docMk/>
          <pc:sldMk cId="1713021134" sldId="299"/>
        </pc:sldMkLst>
      </pc:sldChg>
      <pc:sldChg chg="del">
        <pc:chgData name="JAKUB NASTA - STUDENT" userId="1bb27371-dc17-4a31-a5d0-3e6bc38daef5" providerId="ADAL" clId="{A82C0977-5C3D-44D8-98CC-557D4E1FBD0F}" dt="2025-11-28T12:45:55.052" v="0" actId="47"/>
        <pc:sldMkLst>
          <pc:docMk/>
          <pc:sldMk cId="2728848605" sldId="300"/>
        </pc:sldMkLst>
      </pc:sldChg>
      <pc:sldChg chg="addSp delSp modSp add mod ord">
        <pc:chgData name="JAKUB NASTA - STUDENT" userId="1bb27371-dc17-4a31-a5d0-3e6bc38daef5" providerId="ADAL" clId="{A82C0977-5C3D-44D8-98CC-557D4E1FBD0F}" dt="2025-11-28T14:08:01.358" v="298" actId="22"/>
        <pc:sldMkLst>
          <pc:docMk/>
          <pc:sldMk cId="4110506637" sldId="300"/>
        </pc:sldMkLst>
        <pc:picChg chg="add del mod">
          <ac:chgData name="JAKUB NASTA - STUDENT" userId="1bb27371-dc17-4a31-a5d0-3e6bc38daef5" providerId="ADAL" clId="{A82C0977-5C3D-44D8-98CC-557D4E1FBD0F}" dt="2025-11-28T12:58:23.466" v="91" actId="22"/>
          <ac:picMkLst>
            <pc:docMk/>
            <pc:sldMk cId="4110506637" sldId="300"/>
            <ac:picMk id="3" creationId="{877FF747-4AC9-8475-FD40-64C2A989DE4E}"/>
          </ac:picMkLst>
        </pc:picChg>
        <pc:picChg chg="del">
          <ac:chgData name="JAKUB NASTA - STUDENT" userId="1bb27371-dc17-4a31-a5d0-3e6bc38daef5" providerId="ADAL" clId="{A82C0977-5C3D-44D8-98CC-557D4E1FBD0F}" dt="2025-11-28T12:58:16.951" v="81" actId="478"/>
          <ac:picMkLst>
            <pc:docMk/>
            <pc:sldMk cId="4110506637" sldId="300"/>
            <ac:picMk id="4" creationId="{2845F54F-51D7-AE7F-842C-68B784900D94}"/>
          </ac:picMkLst>
        </pc:picChg>
        <pc:picChg chg="add del mod">
          <ac:chgData name="JAKUB NASTA - STUDENT" userId="1bb27371-dc17-4a31-a5d0-3e6bc38daef5" providerId="ADAL" clId="{A82C0977-5C3D-44D8-98CC-557D4E1FBD0F}" dt="2025-11-28T12:58:36.646" v="95" actId="22"/>
          <ac:picMkLst>
            <pc:docMk/>
            <pc:sldMk cId="4110506637" sldId="300"/>
            <ac:picMk id="6" creationId="{2344B728-5551-3E37-151B-837D93678A73}"/>
          </ac:picMkLst>
        </pc:picChg>
        <pc:picChg chg="del">
          <ac:chgData name="JAKUB NASTA - STUDENT" userId="1bb27371-dc17-4a31-a5d0-3e6bc38daef5" providerId="ADAL" clId="{A82C0977-5C3D-44D8-98CC-557D4E1FBD0F}" dt="2025-11-28T12:58:17.467" v="82" actId="478"/>
          <ac:picMkLst>
            <pc:docMk/>
            <pc:sldMk cId="4110506637" sldId="300"/>
            <ac:picMk id="7" creationId="{800DC81C-58A0-06E7-7F6D-649D45DC1A4F}"/>
          </ac:picMkLst>
        </pc:picChg>
        <pc:picChg chg="add del mod">
          <ac:chgData name="JAKUB NASTA - STUDENT" userId="1bb27371-dc17-4a31-a5d0-3e6bc38daef5" providerId="ADAL" clId="{A82C0977-5C3D-44D8-98CC-557D4E1FBD0F}" dt="2025-11-28T12:58:49.464" v="105" actId="22"/>
          <ac:picMkLst>
            <pc:docMk/>
            <pc:sldMk cId="4110506637" sldId="300"/>
            <ac:picMk id="9" creationId="{466BBD4F-0642-65F4-0DBC-96CFC2C0723F}"/>
          </ac:picMkLst>
        </pc:picChg>
        <pc:picChg chg="del">
          <ac:chgData name="JAKUB NASTA - STUDENT" userId="1bb27371-dc17-4a31-a5d0-3e6bc38daef5" providerId="ADAL" clId="{A82C0977-5C3D-44D8-98CC-557D4E1FBD0F}" dt="2025-11-28T12:58:17.930" v="83" actId="478"/>
          <ac:picMkLst>
            <pc:docMk/>
            <pc:sldMk cId="4110506637" sldId="300"/>
            <ac:picMk id="10" creationId="{4E724CC5-4D9E-F0DA-387C-C2495A7D5832}"/>
          </ac:picMkLst>
        </pc:picChg>
        <pc:picChg chg="add mod">
          <ac:chgData name="JAKUB NASTA - STUDENT" userId="1bb27371-dc17-4a31-a5d0-3e6bc38daef5" providerId="ADAL" clId="{A82C0977-5C3D-44D8-98CC-557D4E1FBD0F}" dt="2025-11-28T13:00:09.957" v="128" actId="14100"/>
          <ac:picMkLst>
            <pc:docMk/>
            <pc:sldMk cId="4110506637" sldId="300"/>
            <ac:picMk id="12" creationId="{83229516-51FF-290D-1E84-ADFEE8474E2A}"/>
          </ac:picMkLst>
        </pc:picChg>
        <pc:picChg chg="add mod">
          <ac:chgData name="JAKUB NASTA - STUDENT" userId="1bb27371-dc17-4a31-a5d0-3e6bc38daef5" providerId="ADAL" clId="{A82C0977-5C3D-44D8-98CC-557D4E1FBD0F}" dt="2025-11-28T13:00:19.133" v="129" actId="14100"/>
          <ac:picMkLst>
            <pc:docMk/>
            <pc:sldMk cId="4110506637" sldId="300"/>
            <ac:picMk id="14" creationId="{9D75FC5A-2498-DD13-F535-A1C45D2B2FC6}"/>
          </ac:picMkLst>
        </pc:picChg>
        <pc:picChg chg="add mod">
          <ac:chgData name="JAKUB NASTA - STUDENT" userId="1bb27371-dc17-4a31-a5d0-3e6bc38daef5" providerId="ADAL" clId="{A82C0977-5C3D-44D8-98CC-557D4E1FBD0F}" dt="2025-11-28T13:00:00.846" v="127" actId="1076"/>
          <ac:picMkLst>
            <pc:docMk/>
            <pc:sldMk cId="4110506637" sldId="300"/>
            <ac:picMk id="16" creationId="{A31C522E-6FE7-FE2F-642A-67664D547DEF}"/>
          </ac:picMkLst>
        </pc:picChg>
        <pc:picChg chg="add del">
          <ac:chgData name="JAKUB NASTA - STUDENT" userId="1bb27371-dc17-4a31-a5d0-3e6bc38daef5" providerId="ADAL" clId="{A82C0977-5C3D-44D8-98CC-557D4E1FBD0F}" dt="2025-11-28T14:08:01.358" v="298" actId="22"/>
          <ac:picMkLst>
            <pc:docMk/>
            <pc:sldMk cId="4110506637" sldId="300"/>
            <ac:picMk id="18" creationId="{C49CEB7F-8D8E-1CE0-6B47-2AC49D3A7977}"/>
          </ac:picMkLst>
        </pc:picChg>
      </pc:sldChg>
      <pc:sldChg chg="addSp delSp modSp add mod">
        <pc:chgData name="JAKUB NASTA - STUDENT" userId="1bb27371-dc17-4a31-a5d0-3e6bc38daef5" providerId="ADAL" clId="{A82C0977-5C3D-44D8-98CC-557D4E1FBD0F}" dt="2025-11-28T13:28:34.762" v="178" actId="14100"/>
        <pc:sldMkLst>
          <pc:docMk/>
          <pc:sldMk cId="17861035" sldId="301"/>
        </pc:sldMkLst>
        <pc:picChg chg="add del mod">
          <ac:chgData name="JAKUB NASTA - STUDENT" userId="1bb27371-dc17-4a31-a5d0-3e6bc38daef5" providerId="ADAL" clId="{A82C0977-5C3D-44D8-98CC-557D4E1FBD0F}" dt="2025-11-28T13:01:35.338" v="137" actId="478"/>
          <ac:picMkLst>
            <pc:docMk/>
            <pc:sldMk cId="17861035" sldId="301"/>
            <ac:picMk id="3" creationId="{4685DC37-08A5-4745-94C4-1FE62A36406C}"/>
          </ac:picMkLst>
        </pc:picChg>
        <pc:picChg chg="add mod">
          <ac:chgData name="JAKUB NASTA - STUDENT" userId="1bb27371-dc17-4a31-a5d0-3e6bc38daef5" providerId="ADAL" clId="{A82C0977-5C3D-44D8-98CC-557D4E1FBD0F}" dt="2025-11-28T13:28:02.094" v="174" actId="1076"/>
          <ac:picMkLst>
            <pc:docMk/>
            <pc:sldMk cId="17861035" sldId="301"/>
            <ac:picMk id="5" creationId="{8B9F3F87-1384-B7D6-58D4-829ABE049C3B}"/>
          </ac:picMkLst>
        </pc:picChg>
        <pc:picChg chg="add mod">
          <ac:chgData name="JAKUB NASTA - STUDENT" userId="1bb27371-dc17-4a31-a5d0-3e6bc38daef5" providerId="ADAL" clId="{A82C0977-5C3D-44D8-98CC-557D4E1FBD0F}" dt="2025-11-28T13:27:59.157" v="173" actId="1076"/>
          <ac:picMkLst>
            <pc:docMk/>
            <pc:sldMk cId="17861035" sldId="301"/>
            <ac:picMk id="7" creationId="{16FBD7A3-3931-1516-9DDD-547985563A73}"/>
          </ac:picMkLst>
        </pc:picChg>
        <pc:picChg chg="add mod">
          <ac:chgData name="JAKUB NASTA - STUDENT" userId="1bb27371-dc17-4a31-a5d0-3e6bc38daef5" providerId="ADAL" clId="{A82C0977-5C3D-44D8-98CC-557D4E1FBD0F}" dt="2025-11-28T13:28:34.762" v="178" actId="14100"/>
          <ac:picMkLst>
            <pc:docMk/>
            <pc:sldMk cId="17861035" sldId="301"/>
            <ac:picMk id="9" creationId="{5287D946-FDC1-EE84-DF05-657CAE5E0675}"/>
          </ac:picMkLst>
        </pc:picChg>
        <pc:picChg chg="del">
          <ac:chgData name="JAKUB NASTA - STUDENT" userId="1bb27371-dc17-4a31-a5d0-3e6bc38daef5" providerId="ADAL" clId="{A82C0977-5C3D-44D8-98CC-557D4E1FBD0F}" dt="2025-11-28T13:01:24.024" v="132" actId="478"/>
          <ac:picMkLst>
            <pc:docMk/>
            <pc:sldMk cId="17861035" sldId="301"/>
            <ac:picMk id="12" creationId="{0F30B03F-8CD9-95FB-A224-5412E154CA37}"/>
          </ac:picMkLst>
        </pc:picChg>
        <pc:picChg chg="del">
          <ac:chgData name="JAKUB NASTA - STUDENT" userId="1bb27371-dc17-4a31-a5d0-3e6bc38daef5" providerId="ADAL" clId="{A82C0977-5C3D-44D8-98CC-557D4E1FBD0F}" dt="2025-11-28T13:07:04.621" v="143" actId="478"/>
          <ac:picMkLst>
            <pc:docMk/>
            <pc:sldMk cId="17861035" sldId="301"/>
            <ac:picMk id="14" creationId="{10C05F64-1FBE-65BB-B4FD-DD858AB5FB91}"/>
          </ac:picMkLst>
        </pc:picChg>
        <pc:picChg chg="del">
          <ac:chgData name="JAKUB NASTA - STUDENT" userId="1bb27371-dc17-4a31-a5d0-3e6bc38daef5" providerId="ADAL" clId="{A82C0977-5C3D-44D8-98CC-557D4E1FBD0F}" dt="2025-11-28T13:07:05.324" v="144" actId="478"/>
          <ac:picMkLst>
            <pc:docMk/>
            <pc:sldMk cId="17861035" sldId="301"/>
            <ac:picMk id="16" creationId="{946BE33E-E02C-FBA5-0901-EF147804435D}"/>
          </ac:picMkLst>
        </pc:picChg>
      </pc:sldChg>
      <pc:sldChg chg="del">
        <pc:chgData name="JAKUB NASTA - STUDENT" userId="1bb27371-dc17-4a31-a5d0-3e6bc38daef5" providerId="ADAL" clId="{A82C0977-5C3D-44D8-98CC-557D4E1FBD0F}" dt="2025-11-28T12:45:55.052" v="0" actId="47"/>
        <pc:sldMkLst>
          <pc:docMk/>
          <pc:sldMk cId="3875952592" sldId="301"/>
        </pc:sldMkLst>
      </pc:sldChg>
      <pc:sldChg chg="addSp delSp modSp new mod">
        <pc:chgData name="JAKUB NASTA - STUDENT" userId="1bb27371-dc17-4a31-a5d0-3e6bc38daef5" providerId="ADAL" clId="{A82C0977-5C3D-44D8-98CC-557D4E1FBD0F}" dt="2025-11-28T13:22:27.870" v="157" actId="1076"/>
        <pc:sldMkLst>
          <pc:docMk/>
          <pc:sldMk cId="384371089" sldId="302"/>
        </pc:sldMkLst>
        <pc:spChg chg="del">
          <ac:chgData name="JAKUB NASTA - STUDENT" userId="1bb27371-dc17-4a31-a5d0-3e6bc38daef5" providerId="ADAL" clId="{A82C0977-5C3D-44D8-98CC-557D4E1FBD0F}" dt="2025-11-28T13:07:27.331" v="146" actId="478"/>
          <ac:spMkLst>
            <pc:docMk/>
            <pc:sldMk cId="384371089" sldId="302"/>
            <ac:spMk id="2" creationId="{DC147355-1859-86E8-594C-402B6A18E732}"/>
          </ac:spMkLst>
        </pc:spChg>
        <pc:spChg chg="del">
          <ac:chgData name="JAKUB NASTA - STUDENT" userId="1bb27371-dc17-4a31-a5d0-3e6bc38daef5" providerId="ADAL" clId="{A82C0977-5C3D-44D8-98CC-557D4E1FBD0F}" dt="2025-11-28T13:07:27.331" v="146" actId="478"/>
          <ac:spMkLst>
            <pc:docMk/>
            <pc:sldMk cId="384371089" sldId="302"/>
            <ac:spMk id="3" creationId="{B911734A-76EC-1420-9ECD-950455289228}"/>
          </ac:spMkLst>
        </pc:spChg>
        <pc:spChg chg="del">
          <ac:chgData name="JAKUB NASTA - STUDENT" userId="1bb27371-dc17-4a31-a5d0-3e6bc38daef5" providerId="ADAL" clId="{A82C0977-5C3D-44D8-98CC-557D4E1FBD0F}" dt="2025-11-28T13:07:27.331" v="146" actId="478"/>
          <ac:spMkLst>
            <pc:docMk/>
            <pc:sldMk cId="384371089" sldId="302"/>
            <ac:spMk id="4" creationId="{5B1F948D-BDEC-C8D4-D2BB-6AE3E3B83A77}"/>
          </ac:spMkLst>
        </pc:spChg>
        <pc:picChg chg="add mod">
          <ac:chgData name="JAKUB NASTA - STUDENT" userId="1bb27371-dc17-4a31-a5d0-3e6bc38daef5" providerId="ADAL" clId="{A82C0977-5C3D-44D8-98CC-557D4E1FBD0F}" dt="2025-11-28T13:22:27.870" v="157" actId="1076"/>
          <ac:picMkLst>
            <pc:docMk/>
            <pc:sldMk cId="384371089" sldId="302"/>
            <ac:picMk id="6" creationId="{F8030CEC-C61C-90B4-78E3-0C67397BF6ED}"/>
          </ac:picMkLst>
        </pc:picChg>
      </pc:sldChg>
      <pc:sldChg chg="del">
        <pc:chgData name="JAKUB NASTA - STUDENT" userId="1bb27371-dc17-4a31-a5d0-3e6bc38daef5" providerId="ADAL" clId="{A82C0977-5C3D-44D8-98CC-557D4E1FBD0F}" dt="2025-11-28T12:45:55.052" v="0" actId="47"/>
        <pc:sldMkLst>
          <pc:docMk/>
          <pc:sldMk cId="401448250" sldId="302"/>
        </pc:sldMkLst>
      </pc:sldChg>
      <pc:sldChg chg="del">
        <pc:chgData name="JAKUB NASTA - STUDENT" userId="1bb27371-dc17-4a31-a5d0-3e6bc38daef5" providerId="ADAL" clId="{A82C0977-5C3D-44D8-98CC-557D4E1FBD0F}" dt="2025-11-28T12:45:55.052" v="0" actId="47"/>
        <pc:sldMkLst>
          <pc:docMk/>
          <pc:sldMk cId="2191546806" sldId="303"/>
        </pc:sldMkLst>
      </pc:sldChg>
      <pc:sldChg chg="addSp delSp modSp new mod">
        <pc:chgData name="JAKUB NASTA - STUDENT" userId="1bb27371-dc17-4a31-a5d0-3e6bc38daef5" providerId="ADAL" clId="{A82C0977-5C3D-44D8-98CC-557D4E1FBD0F}" dt="2025-11-28T13:23:44.046" v="162" actId="1076"/>
        <pc:sldMkLst>
          <pc:docMk/>
          <pc:sldMk cId="3212998446" sldId="303"/>
        </pc:sldMkLst>
        <pc:spChg chg="del">
          <ac:chgData name="JAKUB NASTA - STUDENT" userId="1bb27371-dc17-4a31-a5d0-3e6bc38daef5" providerId="ADAL" clId="{A82C0977-5C3D-44D8-98CC-557D4E1FBD0F}" dt="2025-11-28T13:22:41.686" v="159" actId="478"/>
          <ac:spMkLst>
            <pc:docMk/>
            <pc:sldMk cId="3212998446" sldId="303"/>
            <ac:spMk id="2" creationId="{45D7C51D-DC31-002A-1EE8-D0B2BC29ED24}"/>
          </ac:spMkLst>
        </pc:spChg>
        <pc:spChg chg="del">
          <ac:chgData name="JAKUB NASTA - STUDENT" userId="1bb27371-dc17-4a31-a5d0-3e6bc38daef5" providerId="ADAL" clId="{A82C0977-5C3D-44D8-98CC-557D4E1FBD0F}" dt="2025-11-28T13:22:41.686" v="159" actId="478"/>
          <ac:spMkLst>
            <pc:docMk/>
            <pc:sldMk cId="3212998446" sldId="303"/>
            <ac:spMk id="3" creationId="{68AD810E-AE9A-5EE3-D826-1388887241AA}"/>
          </ac:spMkLst>
        </pc:spChg>
        <pc:spChg chg="del">
          <ac:chgData name="JAKUB NASTA - STUDENT" userId="1bb27371-dc17-4a31-a5d0-3e6bc38daef5" providerId="ADAL" clId="{A82C0977-5C3D-44D8-98CC-557D4E1FBD0F}" dt="2025-11-28T13:22:41.686" v="159" actId="478"/>
          <ac:spMkLst>
            <pc:docMk/>
            <pc:sldMk cId="3212998446" sldId="303"/>
            <ac:spMk id="4" creationId="{BE8767BD-AD71-80CE-ADF0-B5C20D8205C4}"/>
          </ac:spMkLst>
        </pc:spChg>
        <pc:picChg chg="add mod">
          <ac:chgData name="JAKUB NASTA - STUDENT" userId="1bb27371-dc17-4a31-a5d0-3e6bc38daef5" providerId="ADAL" clId="{A82C0977-5C3D-44D8-98CC-557D4E1FBD0F}" dt="2025-11-28T13:23:44.046" v="162" actId="1076"/>
          <ac:picMkLst>
            <pc:docMk/>
            <pc:sldMk cId="3212998446" sldId="303"/>
            <ac:picMk id="6" creationId="{C407BBC8-772C-5646-87B2-8AD8578B3AA3}"/>
          </ac:picMkLst>
        </pc:picChg>
      </pc:sldChg>
      <pc:sldChg chg="addSp delSp modSp new mod">
        <pc:chgData name="JAKUB NASTA - STUDENT" userId="1bb27371-dc17-4a31-a5d0-3e6bc38daef5" providerId="ADAL" clId="{A82C0977-5C3D-44D8-98CC-557D4E1FBD0F}" dt="2025-11-28T13:25:01.485" v="168" actId="1076"/>
        <pc:sldMkLst>
          <pc:docMk/>
          <pc:sldMk cId="2989935195" sldId="304"/>
        </pc:sldMkLst>
        <pc:spChg chg="del">
          <ac:chgData name="JAKUB NASTA - STUDENT" userId="1bb27371-dc17-4a31-a5d0-3e6bc38daef5" providerId="ADAL" clId="{A82C0977-5C3D-44D8-98CC-557D4E1FBD0F}" dt="2025-11-28T13:24:14.541" v="164" actId="478"/>
          <ac:spMkLst>
            <pc:docMk/>
            <pc:sldMk cId="2989935195" sldId="304"/>
            <ac:spMk id="2" creationId="{30515110-3F48-DEA1-009F-1942CFADE7B9}"/>
          </ac:spMkLst>
        </pc:spChg>
        <pc:spChg chg="del">
          <ac:chgData name="JAKUB NASTA - STUDENT" userId="1bb27371-dc17-4a31-a5d0-3e6bc38daef5" providerId="ADAL" clId="{A82C0977-5C3D-44D8-98CC-557D4E1FBD0F}" dt="2025-11-28T13:24:14.541" v="164" actId="478"/>
          <ac:spMkLst>
            <pc:docMk/>
            <pc:sldMk cId="2989935195" sldId="304"/>
            <ac:spMk id="3" creationId="{86ED978B-AC5E-1776-BCC4-1C56AF14B567}"/>
          </ac:spMkLst>
        </pc:spChg>
        <pc:spChg chg="del">
          <ac:chgData name="JAKUB NASTA - STUDENT" userId="1bb27371-dc17-4a31-a5d0-3e6bc38daef5" providerId="ADAL" clId="{A82C0977-5C3D-44D8-98CC-557D4E1FBD0F}" dt="2025-11-28T13:24:14.541" v="164" actId="478"/>
          <ac:spMkLst>
            <pc:docMk/>
            <pc:sldMk cId="2989935195" sldId="304"/>
            <ac:spMk id="4" creationId="{3462DEC6-D52A-6223-757D-8E4123BD0352}"/>
          </ac:spMkLst>
        </pc:spChg>
        <pc:picChg chg="add mod">
          <ac:chgData name="JAKUB NASTA - STUDENT" userId="1bb27371-dc17-4a31-a5d0-3e6bc38daef5" providerId="ADAL" clId="{A82C0977-5C3D-44D8-98CC-557D4E1FBD0F}" dt="2025-11-28T13:24:22.311" v="166" actId="1076"/>
          <ac:picMkLst>
            <pc:docMk/>
            <pc:sldMk cId="2989935195" sldId="304"/>
            <ac:picMk id="6" creationId="{A1D3A1E2-1F6E-2ADD-2480-EA76E025CE23}"/>
          </ac:picMkLst>
        </pc:picChg>
        <pc:picChg chg="add mod">
          <ac:chgData name="JAKUB NASTA - STUDENT" userId="1bb27371-dc17-4a31-a5d0-3e6bc38daef5" providerId="ADAL" clId="{A82C0977-5C3D-44D8-98CC-557D4E1FBD0F}" dt="2025-11-28T13:25:01.485" v="168" actId="1076"/>
          <ac:picMkLst>
            <pc:docMk/>
            <pc:sldMk cId="2989935195" sldId="304"/>
            <ac:picMk id="8" creationId="{9907DA90-ADDC-9924-C6A2-329F2B624869}"/>
          </ac:picMkLst>
        </pc:picChg>
      </pc:sldChg>
      <pc:sldChg chg="del">
        <pc:chgData name="JAKUB NASTA - STUDENT" userId="1bb27371-dc17-4a31-a5d0-3e6bc38daef5" providerId="ADAL" clId="{A82C0977-5C3D-44D8-98CC-557D4E1FBD0F}" dt="2025-11-28T12:45:55.052" v="0" actId="47"/>
        <pc:sldMkLst>
          <pc:docMk/>
          <pc:sldMk cId="3070490438" sldId="304"/>
        </pc:sldMkLst>
      </pc:sldChg>
      <pc:sldChg chg="addSp delSp modSp add mod">
        <pc:chgData name="JAKUB NASTA - STUDENT" userId="1bb27371-dc17-4a31-a5d0-3e6bc38daef5" providerId="ADAL" clId="{A82C0977-5C3D-44D8-98CC-557D4E1FBD0F}" dt="2025-11-28T13:30:29.209" v="202" actId="1076"/>
        <pc:sldMkLst>
          <pc:docMk/>
          <pc:sldMk cId="3656133717" sldId="305"/>
        </pc:sldMkLst>
        <pc:picChg chg="add mod">
          <ac:chgData name="JAKUB NASTA - STUDENT" userId="1bb27371-dc17-4a31-a5d0-3e6bc38daef5" providerId="ADAL" clId="{A82C0977-5C3D-44D8-98CC-557D4E1FBD0F}" dt="2025-11-28T13:29:27.705" v="182" actId="1076"/>
          <ac:picMkLst>
            <pc:docMk/>
            <pc:sldMk cId="3656133717" sldId="305"/>
            <ac:picMk id="3" creationId="{BE43D9AD-5B3B-122E-73CD-A39C4788A5F6}"/>
          </ac:picMkLst>
        </pc:picChg>
        <pc:picChg chg="del mod">
          <ac:chgData name="JAKUB NASTA - STUDENT" userId="1bb27371-dc17-4a31-a5d0-3e6bc38daef5" providerId="ADAL" clId="{A82C0977-5C3D-44D8-98CC-557D4E1FBD0F}" dt="2025-11-28T13:30:03.816" v="192" actId="478"/>
          <ac:picMkLst>
            <pc:docMk/>
            <pc:sldMk cId="3656133717" sldId="305"/>
            <ac:picMk id="5" creationId="{6BDCE89C-6278-27B7-4422-4BF30275F9AF}"/>
          </ac:picMkLst>
        </pc:picChg>
        <pc:picChg chg="add mod">
          <ac:chgData name="JAKUB NASTA - STUDENT" userId="1bb27371-dc17-4a31-a5d0-3e6bc38daef5" providerId="ADAL" clId="{A82C0977-5C3D-44D8-98CC-557D4E1FBD0F}" dt="2025-11-28T13:30:28.863" v="201" actId="14100"/>
          <ac:picMkLst>
            <pc:docMk/>
            <pc:sldMk cId="3656133717" sldId="305"/>
            <ac:picMk id="6" creationId="{EF51589A-AB9D-3E2C-790D-80C7055BF353}"/>
          </ac:picMkLst>
        </pc:picChg>
        <pc:picChg chg="del">
          <ac:chgData name="JAKUB NASTA - STUDENT" userId="1bb27371-dc17-4a31-a5d0-3e6bc38daef5" providerId="ADAL" clId="{A82C0977-5C3D-44D8-98CC-557D4E1FBD0F}" dt="2025-11-28T13:29:22.501" v="180" actId="478"/>
          <ac:picMkLst>
            <pc:docMk/>
            <pc:sldMk cId="3656133717" sldId="305"/>
            <ac:picMk id="7" creationId="{39C8AD75-ADD9-2E22-9B38-2430AE873681}"/>
          </ac:picMkLst>
        </pc:picChg>
        <pc:picChg chg="del">
          <ac:chgData name="JAKUB NASTA - STUDENT" userId="1bb27371-dc17-4a31-a5d0-3e6bc38daef5" providerId="ADAL" clId="{A82C0977-5C3D-44D8-98CC-557D4E1FBD0F}" dt="2025-11-28T13:29:48.841" v="183" actId="478"/>
          <ac:picMkLst>
            <pc:docMk/>
            <pc:sldMk cId="3656133717" sldId="305"/>
            <ac:picMk id="9" creationId="{9944A661-AC8A-A96A-D79A-86C7CD8282FF}"/>
          </ac:picMkLst>
        </pc:picChg>
        <pc:picChg chg="add mod">
          <ac:chgData name="JAKUB NASTA - STUDENT" userId="1bb27371-dc17-4a31-a5d0-3e6bc38daef5" providerId="ADAL" clId="{A82C0977-5C3D-44D8-98CC-557D4E1FBD0F}" dt="2025-11-28T13:30:29.209" v="202" actId="1076"/>
          <ac:picMkLst>
            <pc:docMk/>
            <pc:sldMk cId="3656133717" sldId="305"/>
            <ac:picMk id="10" creationId="{D55E96CF-D33B-44A7-5E0E-4592A9D7B117}"/>
          </ac:picMkLst>
        </pc:picChg>
      </pc:sldChg>
      <pc:sldChg chg="addSp delSp modSp add mod">
        <pc:chgData name="JAKUB NASTA - STUDENT" userId="1bb27371-dc17-4a31-a5d0-3e6bc38daef5" providerId="ADAL" clId="{A82C0977-5C3D-44D8-98CC-557D4E1FBD0F}" dt="2025-11-28T13:58:04.689" v="222" actId="1076"/>
        <pc:sldMkLst>
          <pc:docMk/>
          <pc:sldMk cId="407322054" sldId="306"/>
        </pc:sldMkLst>
        <pc:picChg chg="del">
          <ac:chgData name="JAKUB NASTA - STUDENT" userId="1bb27371-dc17-4a31-a5d0-3e6bc38daef5" providerId="ADAL" clId="{A82C0977-5C3D-44D8-98CC-557D4E1FBD0F}" dt="2025-11-28T13:56:25.525" v="217" actId="478"/>
          <ac:picMkLst>
            <pc:docMk/>
            <pc:sldMk cId="407322054" sldId="306"/>
            <ac:picMk id="3" creationId="{55908EB2-37F9-24AF-D973-F7F21B317F76}"/>
          </ac:picMkLst>
        </pc:picChg>
        <pc:picChg chg="add mod">
          <ac:chgData name="JAKUB NASTA - STUDENT" userId="1bb27371-dc17-4a31-a5d0-3e6bc38daef5" providerId="ADAL" clId="{A82C0977-5C3D-44D8-98CC-557D4E1FBD0F}" dt="2025-11-28T13:56:34.285" v="221" actId="14100"/>
          <ac:picMkLst>
            <pc:docMk/>
            <pc:sldMk cId="407322054" sldId="306"/>
            <ac:picMk id="4" creationId="{6BC56745-E5BA-9864-9221-28A15CA38485}"/>
          </ac:picMkLst>
        </pc:picChg>
        <pc:picChg chg="del">
          <ac:chgData name="JAKUB NASTA - STUDENT" userId="1bb27371-dc17-4a31-a5d0-3e6bc38daef5" providerId="ADAL" clId="{A82C0977-5C3D-44D8-98CC-557D4E1FBD0F}" dt="2025-11-28T13:56:03.799" v="212" actId="478"/>
          <ac:picMkLst>
            <pc:docMk/>
            <pc:sldMk cId="407322054" sldId="306"/>
            <ac:picMk id="6" creationId="{AD864923-96A4-D2FB-232E-1F18CF5CFDDA}"/>
          </ac:picMkLst>
        </pc:picChg>
        <pc:picChg chg="add del">
          <ac:chgData name="JAKUB NASTA - STUDENT" userId="1bb27371-dc17-4a31-a5d0-3e6bc38daef5" providerId="ADAL" clId="{A82C0977-5C3D-44D8-98CC-557D4E1FBD0F}" dt="2025-11-28T13:55:47.287" v="211" actId="22"/>
          <ac:picMkLst>
            <pc:docMk/>
            <pc:sldMk cId="407322054" sldId="306"/>
            <ac:picMk id="7" creationId="{65A1C7F9-A8F2-7EB5-19EE-72D7262CC9E5}"/>
          </ac:picMkLst>
        </pc:picChg>
        <pc:picChg chg="add mod">
          <ac:chgData name="JAKUB NASTA - STUDENT" userId="1bb27371-dc17-4a31-a5d0-3e6bc38daef5" providerId="ADAL" clId="{A82C0977-5C3D-44D8-98CC-557D4E1FBD0F}" dt="2025-11-28T13:58:04.689" v="222" actId="1076"/>
          <ac:picMkLst>
            <pc:docMk/>
            <pc:sldMk cId="407322054" sldId="306"/>
            <ac:picMk id="9" creationId="{8B47FD3D-3272-D267-3851-78A93BBD1B7B}"/>
          </ac:picMkLst>
        </pc:picChg>
        <pc:picChg chg="del mod">
          <ac:chgData name="JAKUB NASTA - STUDENT" userId="1bb27371-dc17-4a31-a5d0-3e6bc38daef5" providerId="ADAL" clId="{A82C0977-5C3D-44D8-98CC-557D4E1FBD0F}" dt="2025-11-28T13:54:39.690" v="205" actId="478"/>
          <ac:picMkLst>
            <pc:docMk/>
            <pc:sldMk cId="407322054" sldId="306"/>
            <ac:picMk id="10" creationId="{8A3D3E1D-8F11-C672-CF06-458B83678F78}"/>
          </ac:picMkLst>
        </pc:picChg>
        <pc:picChg chg="add mod">
          <ac:chgData name="JAKUB NASTA - STUDENT" userId="1bb27371-dc17-4a31-a5d0-3e6bc38daef5" providerId="ADAL" clId="{A82C0977-5C3D-44D8-98CC-557D4E1FBD0F}" dt="2025-11-28T13:56:31.965" v="220" actId="1076"/>
          <ac:picMkLst>
            <pc:docMk/>
            <pc:sldMk cId="407322054" sldId="306"/>
            <ac:picMk id="12" creationId="{B196ED83-160F-AF5A-7CB9-14325660597A}"/>
          </ac:picMkLst>
        </pc:picChg>
      </pc:sldChg>
      <pc:sldChg chg="del">
        <pc:chgData name="JAKUB NASTA - STUDENT" userId="1bb27371-dc17-4a31-a5d0-3e6bc38daef5" providerId="ADAL" clId="{A82C0977-5C3D-44D8-98CC-557D4E1FBD0F}" dt="2025-11-28T12:45:55.052" v="0" actId="47"/>
        <pc:sldMkLst>
          <pc:docMk/>
          <pc:sldMk cId="2236106844" sldId="306"/>
        </pc:sldMkLst>
      </pc:sldChg>
      <pc:sldChg chg="addSp delSp modSp add mod">
        <pc:chgData name="JAKUB NASTA - STUDENT" userId="1bb27371-dc17-4a31-a5d0-3e6bc38daef5" providerId="ADAL" clId="{A82C0977-5C3D-44D8-98CC-557D4E1FBD0F}" dt="2025-11-28T14:00:42.850" v="239" actId="1076"/>
        <pc:sldMkLst>
          <pc:docMk/>
          <pc:sldMk cId="1350942533" sldId="307"/>
        </pc:sldMkLst>
        <pc:picChg chg="add mod">
          <ac:chgData name="JAKUB NASTA - STUDENT" userId="1bb27371-dc17-4a31-a5d0-3e6bc38daef5" providerId="ADAL" clId="{A82C0977-5C3D-44D8-98CC-557D4E1FBD0F}" dt="2025-11-28T13:59:08.422" v="226" actId="1076"/>
          <ac:picMkLst>
            <pc:docMk/>
            <pc:sldMk cId="1350942533" sldId="307"/>
            <ac:picMk id="3" creationId="{372A054D-5104-B469-018A-094D629E9C66}"/>
          </ac:picMkLst>
        </pc:picChg>
        <pc:picChg chg="del">
          <ac:chgData name="JAKUB NASTA - STUDENT" userId="1bb27371-dc17-4a31-a5d0-3e6bc38daef5" providerId="ADAL" clId="{A82C0977-5C3D-44D8-98CC-557D4E1FBD0F}" dt="2025-11-28T13:59:59.394" v="232" actId="478"/>
          <ac:picMkLst>
            <pc:docMk/>
            <pc:sldMk cId="1350942533" sldId="307"/>
            <ac:picMk id="4" creationId="{3C1EB925-5501-DA89-F7D8-9B184305319D}"/>
          </ac:picMkLst>
        </pc:picChg>
        <pc:picChg chg="add mod">
          <ac:chgData name="JAKUB NASTA - STUDENT" userId="1bb27371-dc17-4a31-a5d0-3e6bc38daef5" providerId="ADAL" clId="{A82C0977-5C3D-44D8-98CC-557D4E1FBD0F}" dt="2025-11-28T13:59:48.194" v="231" actId="14100"/>
          <ac:picMkLst>
            <pc:docMk/>
            <pc:sldMk cId="1350942533" sldId="307"/>
            <ac:picMk id="6" creationId="{AC97BDC6-FAB7-BB57-3F37-BE002D6C8F93}"/>
          </ac:picMkLst>
        </pc:picChg>
        <pc:picChg chg="add mod">
          <ac:chgData name="JAKUB NASTA - STUDENT" userId="1bb27371-dc17-4a31-a5d0-3e6bc38daef5" providerId="ADAL" clId="{A82C0977-5C3D-44D8-98CC-557D4E1FBD0F}" dt="2025-11-28T14:00:42.850" v="239" actId="1076"/>
          <ac:picMkLst>
            <pc:docMk/>
            <pc:sldMk cId="1350942533" sldId="307"/>
            <ac:picMk id="8" creationId="{F13C00C2-728A-0572-8FD0-C904FEB4B921}"/>
          </ac:picMkLst>
        </pc:picChg>
        <pc:picChg chg="del">
          <ac:chgData name="JAKUB NASTA - STUDENT" userId="1bb27371-dc17-4a31-a5d0-3e6bc38daef5" providerId="ADAL" clId="{A82C0977-5C3D-44D8-98CC-557D4E1FBD0F}" dt="2025-11-28T13:59:41.860" v="227" actId="478"/>
          <ac:picMkLst>
            <pc:docMk/>
            <pc:sldMk cId="1350942533" sldId="307"/>
            <ac:picMk id="9" creationId="{3BDCF19B-1C07-3F52-1A54-F06366680776}"/>
          </ac:picMkLst>
        </pc:picChg>
        <pc:picChg chg="del">
          <ac:chgData name="JAKUB NASTA - STUDENT" userId="1bb27371-dc17-4a31-a5d0-3e6bc38daef5" providerId="ADAL" clId="{A82C0977-5C3D-44D8-98CC-557D4E1FBD0F}" dt="2025-11-28T13:59:04.718" v="224" actId="478"/>
          <ac:picMkLst>
            <pc:docMk/>
            <pc:sldMk cId="1350942533" sldId="307"/>
            <ac:picMk id="12" creationId="{8793FDDD-04D6-870E-4278-40B77CE44B1C}"/>
          </ac:picMkLst>
        </pc:picChg>
      </pc:sldChg>
      <pc:sldChg chg="add del">
        <pc:chgData name="JAKUB NASTA - STUDENT" userId="1bb27371-dc17-4a31-a5d0-3e6bc38daef5" providerId="ADAL" clId="{A82C0977-5C3D-44D8-98CC-557D4E1FBD0F}" dt="2025-11-28T14:01:19.976" v="241" actId="47"/>
        <pc:sldMkLst>
          <pc:docMk/>
          <pc:sldMk cId="741357389" sldId="308"/>
        </pc:sldMkLst>
      </pc:sldChg>
      <pc:sldChg chg="addSp delSp modSp add mod ord">
        <pc:chgData name="JAKUB NASTA - STUDENT" userId="1bb27371-dc17-4a31-a5d0-3e6bc38daef5" providerId="ADAL" clId="{A82C0977-5C3D-44D8-98CC-557D4E1FBD0F}" dt="2025-11-28T14:03:24.217" v="256" actId="14100"/>
        <pc:sldMkLst>
          <pc:docMk/>
          <pc:sldMk cId="1185467754" sldId="308"/>
        </pc:sldMkLst>
        <pc:picChg chg="add mod">
          <ac:chgData name="JAKUB NASTA - STUDENT" userId="1bb27371-dc17-4a31-a5d0-3e6bc38daef5" providerId="ADAL" clId="{A82C0977-5C3D-44D8-98CC-557D4E1FBD0F}" dt="2025-11-28T14:02:04.952" v="247" actId="1076"/>
          <ac:picMkLst>
            <pc:docMk/>
            <pc:sldMk cId="1185467754" sldId="308"/>
            <ac:picMk id="3" creationId="{F6E2BD7A-529E-A3A9-39FF-EEE5559E6194}"/>
          </ac:picMkLst>
        </pc:picChg>
        <pc:picChg chg="del">
          <ac:chgData name="JAKUB NASTA - STUDENT" userId="1bb27371-dc17-4a31-a5d0-3e6bc38daef5" providerId="ADAL" clId="{A82C0977-5C3D-44D8-98CC-557D4E1FBD0F}" dt="2025-11-28T14:01:32.096" v="245" actId="478"/>
          <ac:picMkLst>
            <pc:docMk/>
            <pc:sldMk cId="1185467754" sldId="308"/>
            <ac:picMk id="4" creationId="{7D68FFAB-EE8E-B347-F298-A3774534718A}"/>
          </ac:picMkLst>
        </pc:picChg>
        <pc:picChg chg="add mod">
          <ac:chgData name="JAKUB NASTA - STUDENT" userId="1bb27371-dc17-4a31-a5d0-3e6bc38daef5" providerId="ADAL" clId="{A82C0977-5C3D-44D8-98CC-557D4E1FBD0F}" dt="2025-11-28T14:02:53.163" v="250" actId="1076"/>
          <ac:picMkLst>
            <pc:docMk/>
            <pc:sldMk cId="1185467754" sldId="308"/>
            <ac:picMk id="6" creationId="{348785B1-4FCD-E388-E543-70D92753CD99}"/>
          </ac:picMkLst>
        </pc:picChg>
        <pc:picChg chg="del mod">
          <ac:chgData name="JAKUB NASTA - STUDENT" userId="1bb27371-dc17-4a31-a5d0-3e6bc38daef5" providerId="ADAL" clId="{A82C0977-5C3D-44D8-98CC-557D4E1FBD0F}" dt="2025-11-28T14:02:58.541" v="252" actId="478"/>
          <ac:picMkLst>
            <pc:docMk/>
            <pc:sldMk cId="1185467754" sldId="308"/>
            <ac:picMk id="7" creationId="{0DC54DA2-C8E5-DD9A-A4CD-3236EFBA75BF}"/>
          </ac:picMkLst>
        </pc:picChg>
        <pc:picChg chg="add mod">
          <ac:chgData name="JAKUB NASTA - STUDENT" userId="1bb27371-dc17-4a31-a5d0-3e6bc38daef5" providerId="ADAL" clId="{A82C0977-5C3D-44D8-98CC-557D4E1FBD0F}" dt="2025-11-28T14:03:24.217" v="256" actId="14100"/>
          <ac:picMkLst>
            <pc:docMk/>
            <pc:sldMk cId="1185467754" sldId="308"/>
            <ac:picMk id="9" creationId="{251E0A2D-27F8-2AAE-F340-92D8CE31C1AD}"/>
          </ac:picMkLst>
        </pc:picChg>
        <pc:picChg chg="del">
          <ac:chgData name="JAKUB NASTA - STUDENT" userId="1bb27371-dc17-4a31-a5d0-3e6bc38daef5" providerId="ADAL" clId="{A82C0977-5C3D-44D8-98CC-557D4E1FBD0F}" dt="2025-11-28T14:02:47.816" v="248" actId="478"/>
          <ac:picMkLst>
            <pc:docMk/>
            <pc:sldMk cId="1185467754" sldId="308"/>
            <ac:picMk id="10" creationId="{9BCCBA2B-8041-7C1E-DD69-F2FF103E8D95}"/>
          </ac:picMkLst>
        </pc:picChg>
      </pc:sldChg>
      <pc:sldChg chg="del">
        <pc:chgData name="JAKUB NASTA - STUDENT" userId="1bb27371-dc17-4a31-a5d0-3e6bc38daef5" providerId="ADAL" clId="{A82C0977-5C3D-44D8-98CC-557D4E1FBD0F}" dt="2025-11-28T12:45:55.052" v="0" actId="47"/>
        <pc:sldMkLst>
          <pc:docMk/>
          <pc:sldMk cId="2255396956" sldId="308"/>
        </pc:sldMkLst>
      </pc:sldChg>
      <pc:sldChg chg="addSp delSp modSp add mod ord">
        <pc:chgData name="JAKUB NASTA - STUDENT" userId="1bb27371-dc17-4a31-a5d0-3e6bc38daef5" providerId="ADAL" clId="{A82C0977-5C3D-44D8-98CC-557D4E1FBD0F}" dt="2025-11-28T14:05:47.991" v="284" actId="14100"/>
        <pc:sldMkLst>
          <pc:docMk/>
          <pc:sldMk cId="3870519640" sldId="309"/>
        </pc:sldMkLst>
        <pc:picChg chg="del">
          <ac:chgData name="JAKUB NASTA - STUDENT" userId="1bb27371-dc17-4a31-a5d0-3e6bc38daef5" providerId="ADAL" clId="{A82C0977-5C3D-44D8-98CC-557D4E1FBD0F}" dt="2025-11-28T14:04:19.445" v="266" actId="478"/>
          <ac:picMkLst>
            <pc:docMk/>
            <pc:sldMk cId="3870519640" sldId="309"/>
            <ac:picMk id="3" creationId="{B6E323CE-80B3-9EA2-82BF-FF81E5F8EABE}"/>
          </ac:picMkLst>
        </pc:picChg>
        <pc:picChg chg="add mod">
          <ac:chgData name="JAKUB NASTA - STUDENT" userId="1bb27371-dc17-4a31-a5d0-3e6bc38daef5" providerId="ADAL" clId="{A82C0977-5C3D-44D8-98CC-557D4E1FBD0F}" dt="2025-11-28T14:05:43.605" v="282" actId="1076"/>
          <ac:picMkLst>
            <pc:docMk/>
            <pc:sldMk cId="3870519640" sldId="309"/>
            <ac:picMk id="4" creationId="{B59DFF9E-C179-AD51-4D42-3EF51A6854E2}"/>
          </ac:picMkLst>
        </pc:picChg>
        <pc:picChg chg="del">
          <ac:chgData name="JAKUB NASTA - STUDENT" userId="1bb27371-dc17-4a31-a5d0-3e6bc38daef5" providerId="ADAL" clId="{A82C0977-5C3D-44D8-98CC-557D4E1FBD0F}" dt="2025-11-28T14:04:35.243" v="269" actId="478"/>
          <ac:picMkLst>
            <pc:docMk/>
            <pc:sldMk cId="3870519640" sldId="309"/>
            <ac:picMk id="6" creationId="{001CDDCA-2EA5-4D8C-6C60-B3E52953D8CA}"/>
          </ac:picMkLst>
        </pc:picChg>
        <pc:picChg chg="add mod">
          <ac:chgData name="JAKUB NASTA - STUDENT" userId="1bb27371-dc17-4a31-a5d0-3e6bc38daef5" providerId="ADAL" clId="{A82C0977-5C3D-44D8-98CC-557D4E1FBD0F}" dt="2025-11-28T14:04:30.430" v="268" actId="1076"/>
          <ac:picMkLst>
            <pc:docMk/>
            <pc:sldMk cId="3870519640" sldId="309"/>
            <ac:picMk id="7" creationId="{85CE0389-82FA-3861-1C9F-2030E6A6A18E}"/>
          </ac:picMkLst>
        </pc:picChg>
        <pc:picChg chg="del">
          <ac:chgData name="JAKUB NASTA - STUDENT" userId="1bb27371-dc17-4a31-a5d0-3e6bc38daef5" providerId="ADAL" clId="{A82C0977-5C3D-44D8-98CC-557D4E1FBD0F}" dt="2025-11-28T14:04:09.146" v="260" actId="478"/>
          <ac:picMkLst>
            <pc:docMk/>
            <pc:sldMk cId="3870519640" sldId="309"/>
            <ac:picMk id="8" creationId="{F4DB50FE-C97F-DDE6-EE58-8C9874A97E04}"/>
          </ac:picMkLst>
        </pc:picChg>
        <pc:picChg chg="add del mod">
          <ac:chgData name="JAKUB NASTA - STUDENT" userId="1bb27371-dc17-4a31-a5d0-3e6bc38daef5" providerId="ADAL" clId="{A82C0977-5C3D-44D8-98CC-557D4E1FBD0F}" dt="2025-11-28T14:05:01.261" v="273" actId="478"/>
          <ac:picMkLst>
            <pc:docMk/>
            <pc:sldMk cId="3870519640" sldId="309"/>
            <ac:picMk id="10" creationId="{5EC4C287-E589-F337-DDCD-4FD9EC437599}"/>
          </ac:picMkLst>
        </pc:picChg>
        <pc:picChg chg="add mod">
          <ac:chgData name="JAKUB NASTA - STUDENT" userId="1bb27371-dc17-4a31-a5d0-3e6bc38daef5" providerId="ADAL" clId="{A82C0977-5C3D-44D8-98CC-557D4E1FBD0F}" dt="2025-11-28T14:05:47.991" v="284" actId="14100"/>
          <ac:picMkLst>
            <pc:docMk/>
            <pc:sldMk cId="3870519640" sldId="309"/>
            <ac:picMk id="12" creationId="{F3124AC3-FDB0-28C6-5BC1-FD9BBAF440F3}"/>
          </ac:picMkLst>
        </pc:picChg>
      </pc:sldChg>
      <pc:sldChg chg="addSp delSp modSp add mod ord">
        <pc:chgData name="JAKUB NASTA - STUDENT" userId="1bb27371-dc17-4a31-a5d0-3e6bc38daef5" providerId="ADAL" clId="{A82C0977-5C3D-44D8-98CC-557D4E1FBD0F}" dt="2025-11-28T14:09:28.065" v="314" actId="14100"/>
        <pc:sldMkLst>
          <pc:docMk/>
          <pc:sldMk cId="2902354458" sldId="310"/>
        </pc:sldMkLst>
        <pc:picChg chg="del">
          <ac:chgData name="JAKUB NASTA - STUDENT" userId="1bb27371-dc17-4a31-a5d0-3e6bc38daef5" providerId="ADAL" clId="{A82C0977-5C3D-44D8-98CC-557D4E1FBD0F}" dt="2025-11-28T14:09:00.349" v="301" actId="478"/>
          <ac:picMkLst>
            <pc:docMk/>
            <pc:sldMk cId="2902354458" sldId="310"/>
            <ac:picMk id="3" creationId="{94590029-719E-4BE5-9718-43306432F6C7}"/>
          </ac:picMkLst>
        </pc:picChg>
        <pc:picChg chg="add mod">
          <ac:chgData name="JAKUB NASTA - STUDENT" userId="1bb27371-dc17-4a31-a5d0-3e6bc38daef5" providerId="ADAL" clId="{A82C0977-5C3D-44D8-98CC-557D4E1FBD0F}" dt="2025-11-28T14:08:22.363" v="300" actId="1076"/>
          <ac:picMkLst>
            <pc:docMk/>
            <pc:sldMk cId="2902354458" sldId="310"/>
            <ac:picMk id="4" creationId="{2E6E3B3A-D52A-68C2-5E20-1E66C31E73DF}"/>
          </ac:picMkLst>
        </pc:picChg>
        <pc:picChg chg="del">
          <ac:chgData name="JAKUB NASTA - STUDENT" userId="1bb27371-dc17-4a31-a5d0-3e6bc38daef5" providerId="ADAL" clId="{A82C0977-5C3D-44D8-98CC-557D4E1FBD0F}" dt="2025-11-28T14:07:44.325" v="294" actId="478"/>
          <ac:picMkLst>
            <pc:docMk/>
            <pc:sldMk cId="2902354458" sldId="310"/>
            <ac:picMk id="6" creationId="{37294501-C99A-3B44-706E-F66D06C9C8BD}"/>
          </ac:picMkLst>
        </pc:picChg>
        <pc:picChg chg="add mod">
          <ac:chgData name="JAKUB NASTA - STUDENT" userId="1bb27371-dc17-4a31-a5d0-3e6bc38daef5" providerId="ADAL" clId="{A82C0977-5C3D-44D8-98CC-557D4E1FBD0F}" dt="2025-11-28T14:09:07.292" v="307" actId="1076"/>
          <ac:picMkLst>
            <pc:docMk/>
            <pc:sldMk cId="2902354458" sldId="310"/>
            <ac:picMk id="7" creationId="{E2A880F2-3BE5-FDA9-0D55-BC130276CBC9}"/>
          </ac:picMkLst>
        </pc:picChg>
        <pc:picChg chg="del">
          <ac:chgData name="JAKUB NASTA - STUDENT" userId="1bb27371-dc17-4a31-a5d0-3e6bc38daef5" providerId="ADAL" clId="{A82C0977-5C3D-44D8-98CC-557D4E1FBD0F}" dt="2025-11-28T14:09:08.741" v="308" actId="478"/>
          <ac:picMkLst>
            <pc:docMk/>
            <pc:sldMk cId="2902354458" sldId="310"/>
            <ac:picMk id="9" creationId="{A7A96872-EA21-864A-5359-02EE64678218}"/>
          </ac:picMkLst>
        </pc:picChg>
        <pc:picChg chg="add mod">
          <ac:chgData name="JAKUB NASTA - STUDENT" userId="1bb27371-dc17-4a31-a5d0-3e6bc38daef5" providerId="ADAL" clId="{A82C0977-5C3D-44D8-98CC-557D4E1FBD0F}" dt="2025-11-28T14:09:28.065" v="314" actId="14100"/>
          <ac:picMkLst>
            <pc:docMk/>
            <pc:sldMk cId="2902354458" sldId="310"/>
            <ac:picMk id="10" creationId="{E3A6A282-77F2-B03F-2B1E-2D1E53BB04C1}"/>
          </ac:picMkLst>
        </pc:picChg>
      </pc:sldChg>
      <pc:sldChg chg="add del">
        <pc:chgData name="JAKUB NASTA - STUDENT" userId="1bb27371-dc17-4a31-a5d0-3e6bc38daef5" providerId="ADAL" clId="{A82C0977-5C3D-44D8-98CC-557D4E1FBD0F}" dt="2025-11-28T14:07:45.779" v="296"/>
        <pc:sldMkLst>
          <pc:docMk/>
          <pc:sldMk cId="333526821" sldId="311"/>
        </pc:sldMkLst>
      </pc:sldChg>
      <pc:sldChg chg="add del">
        <pc:chgData name="JAKUB NASTA - STUDENT" userId="1bb27371-dc17-4a31-a5d0-3e6bc38daef5" providerId="ADAL" clId="{A82C0977-5C3D-44D8-98CC-557D4E1FBD0F}" dt="2025-11-28T14:10:09.018" v="316" actId="47"/>
        <pc:sldMkLst>
          <pc:docMk/>
          <pc:sldMk cId="3222872388" sldId="311"/>
        </pc:sldMkLst>
      </pc:sldChg>
      <pc:sldChg chg="add">
        <pc:chgData name="JAKUB NASTA - STUDENT" userId="1bb27371-dc17-4a31-a5d0-3e6bc38daef5" providerId="ADAL" clId="{A82C0977-5C3D-44D8-98CC-557D4E1FBD0F}" dt="2025-11-28T14:10:07.126" v="315"/>
        <pc:sldMkLst>
          <pc:docMk/>
          <pc:sldMk cId="1713021134" sldId="312"/>
        </pc:sldMkLst>
      </pc:sldChg>
      <pc:sldChg chg="addSp delSp modSp new mod modClrScheme chgLayout">
        <pc:chgData name="JAKUB NASTA - STUDENT" userId="1bb27371-dc17-4a31-a5d0-3e6bc38daef5" providerId="ADAL" clId="{A82C0977-5C3D-44D8-98CC-557D4E1FBD0F}" dt="2025-11-28T14:48:39.922" v="347" actId="1076"/>
        <pc:sldMkLst>
          <pc:docMk/>
          <pc:sldMk cId="1892873962" sldId="313"/>
        </pc:sldMkLst>
        <pc:spChg chg="del">
          <ac:chgData name="JAKUB NASTA - STUDENT" userId="1bb27371-dc17-4a31-a5d0-3e6bc38daef5" providerId="ADAL" clId="{A82C0977-5C3D-44D8-98CC-557D4E1FBD0F}" dt="2025-11-28T14:43:22.509" v="318" actId="478"/>
          <ac:spMkLst>
            <pc:docMk/>
            <pc:sldMk cId="1892873962" sldId="313"/>
            <ac:spMk id="2" creationId="{A7D0E98F-EB78-798A-EDD1-F8794B69F724}"/>
          </ac:spMkLst>
        </pc:spChg>
        <pc:spChg chg="del">
          <ac:chgData name="JAKUB NASTA - STUDENT" userId="1bb27371-dc17-4a31-a5d0-3e6bc38daef5" providerId="ADAL" clId="{A82C0977-5C3D-44D8-98CC-557D4E1FBD0F}" dt="2025-11-28T14:43:22.509" v="318" actId="478"/>
          <ac:spMkLst>
            <pc:docMk/>
            <pc:sldMk cId="1892873962" sldId="313"/>
            <ac:spMk id="3" creationId="{3912D7AB-9AAB-9857-0320-62FB6831B9C4}"/>
          </ac:spMkLst>
        </pc:spChg>
        <pc:spChg chg="del">
          <ac:chgData name="JAKUB NASTA - STUDENT" userId="1bb27371-dc17-4a31-a5d0-3e6bc38daef5" providerId="ADAL" clId="{A82C0977-5C3D-44D8-98CC-557D4E1FBD0F}" dt="2025-11-28T14:43:22.509" v="318" actId="478"/>
          <ac:spMkLst>
            <pc:docMk/>
            <pc:sldMk cId="1892873962" sldId="313"/>
            <ac:spMk id="4" creationId="{B5DB445C-4C66-1D9E-3A7C-6392013FBA7C}"/>
          </ac:spMkLst>
        </pc:spChg>
        <pc:spChg chg="add mod">
          <ac:chgData name="JAKUB NASTA - STUDENT" userId="1bb27371-dc17-4a31-a5d0-3e6bc38daef5" providerId="ADAL" clId="{A82C0977-5C3D-44D8-98CC-557D4E1FBD0F}" dt="2025-11-28T14:48:39.922" v="347" actId="1076"/>
          <ac:spMkLst>
            <pc:docMk/>
            <pc:sldMk cId="1892873962" sldId="313"/>
            <ac:spMk id="11" creationId="{49629A7F-FA5C-2449-5DF3-A17074288A05}"/>
          </ac:spMkLst>
        </pc:spChg>
        <pc:picChg chg="add mod">
          <ac:chgData name="JAKUB NASTA - STUDENT" userId="1bb27371-dc17-4a31-a5d0-3e6bc38daef5" providerId="ADAL" clId="{A82C0977-5C3D-44D8-98CC-557D4E1FBD0F}" dt="2025-11-28T14:46:09.697" v="338" actId="1076"/>
          <ac:picMkLst>
            <pc:docMk/>
            <pc:sldMk cId="1892873962" sldId="313"/>
            <ac:picMk id="6" creationId="{0D9A39F4-27C7-2B9F-DA4E-B74D3D63BD55}"/>
          </ac:picMkLst>
        </pc:picChg>
      </pc:sldChg>
      <pc:sldChg chg="modSp add mod">
        <pc:chgData name="JAKUB NASTA - STUDENT" userId="1bb27371-dc17-4a31-a5d0-3e6bc38daef5" providerId="ADAL" clId="{A82C0977-5C3D-44D8-98CC-557D4E1FBD0F}" dt="2025-11-28T14:48:22.197" v="344" actId="1076"/>
        <pc:sldMkLst>
          <pc:docMk/>
          <pc:sldMk cId="2728848605" sldId="314"/>
        </pc:sldMkLst>
        <pc:spChg chg="mod">
          <ac:chgData name="JAKUB NASTA - STUDENT" userId="1bb27371-dc17-4a31-a5d0-3e6bc38daef5" providerId="ADAL" clId="{A82C0977-5C3D-44D8-98CC-557D4E1FBD0F}" dt="2025-11-28T14:48:22.197" v="344" actId="1076"/>
          <ac:spMkLst>
            <pc:docMk/>
            <pc:sldMk cId="2728848605" sldId="314"/>
            <ac:spMk id="10" creationId="{765FCAE4-E05D-5CDF-AC8C-AB478ECD1A2D}"/>
          </ac:spMkLst>
        </pc:spChg>
      </pc:sldChg>
      <pc:sldChg chg="modSp add mod">
        <pc:chgData name="JAKUB NASTA - STUDENT" userId="1bb27371-dc17-4a31-a5d0-3e6bc38daef5" providerId="ADAL" clId="{A82C0977-5C3D-44D8-98CC-557D4E1FBD0F}" dt="2025-11-28T14:48:09.626" v="341" actId="1076"/>
        <pc:sldMkLst>
          <pc:docMk/>
          <pc:sldMk cId="401448250" sldId="315"/>
        </pc:sldMkLst>
        <pc:spChg chg="mod">
          <ac:chgData name="JAKUB NASTA - STUDENT" userId="1bb27371-dc17-4a31-a5d0-3e6bc38daef5" providerId="ADAL" clId="{A82C0977-5C3D-44D8-98CC-557D4E1FBD0F}" dt="2025-11-28T14:48:09.626" v="341" actId="1076"/>
          <ac:spMkLst>
            <pc:docMk/>
            <pc:sldMk cId="401448250" sldId="315"/>
            <ac:spMk id="14" creationId="{310566ED-E50D-868E-F3D2-84283E2B6613}"/>
          </ac:spMkLst>
        </pc:spChg>
      </pc:sldChg>
      <pc:sldChg chg="addSp delSp modSp new mod">
        <pc:chgData name="JAKUB NASTA - STUDENT" userId="1bb27371-dc17-4a31-a5d0-3e6bc38daef5" providerId="ADAL" clId="{A82C0977-5C3D-44D8-98CC-557D4E1FBD0F}" dt="2025-11-28T15:02:31.846" v="897" actId="20577"/>
        <pc:sldMkLst>
          <pc:docMk/>
          <pc:sldMk cId="3493456417" sldId="316"/>
        </pc:sldMkLst>
        <pc:spChg chg="mod">
          <ac:chgData name="JAKUB NASTA - STUDENT" userId="1bb27371-dc17-4a31-a5d0-3e6bc38daef5" providerId="ADAL" clId="{A82C0977-5C3D-44D8-98CC-557D4E1FBD0F}" dt="2025-11-28T15:02:20.231" v="896" actId="14100"/>
          <ac:spMkLst>
            <pc:docMk/>
            <pc:sldMk cId="3493456417" sldId="316"/>
            <ac:spMk id="2" creationId="{79DDABEB-E802-9F8C-3E1A-18B4772123E6}"/>
          </ac:spMkLst>
        </pc:spChg>
        <pc:spChg chg="del">
          <ac:chgData name="JAKUB NASTA - STUDENT" userId="1bb27371-dc17-4a31-a5d0-3e6bc38daef5" providerId="ADAL" clId="{A82C0977-5C3D-44D8-98CC-557D4E1FBD0F}" dt="2025-11-28T14:54:05.974" v="349" actId="478"/>
          <ac:spMkLst>
            <pc:docMk/>
            <pc:sldMk cId="3493456417" sldId="316"/>
            <ac:spMk id="3" creationId="{100916DF-38E0-CD2A-DF01-80BEF186C35D}"/>
          </ac:spMkLst>
        </pc:spChg>
        <pc:spChg chg="del">
          <ac:chgData name="JAKUB NASTA - STUDENT" userId="1bb27371-dc17-4a31-a5d0-3e6bc38daef5" providerId="ADAL" clId="{A82C0977-5C3D-44D8-98CC-557D4E1FBD0F}" dt="2025-11-28T14:54:06.619" v="350" actId="478"/>
          <ac:spMkLst>
            <pc:docMk/>
            <pc:sldMk cId="3493456417" sldId="316"/>
            <ac:spMk id="4" creationId="{1AE28591-1245-2452-B4FB-46282FFF986B}"/>
          </ac:spMkLst>
        </pc:spChg>
        <pc:spChg chg="add mod">
          <ac:chgData name="JAKUB NASTA - STUDENT" userId="1bb27371-dc17-4a31-a5d0-3e6bc38daef5" providerId="ADAL" clId="{A82C0977-5C3D-44D8-98CC-557D4E1FBD0F}" dt="2025-11-28T15:01:02.861" v="891" actId="1076"/>
          <ac:spMkLst>
            <pc:docMk/>
            <pc:sldMk cId="3493456417" sldId="316"/>
            <ac:spMk id="5" creationId="{3570995D-2231-AAF6-55B4-B385FD0A3701}"/>
          </ac:spMkLst>
        </pc:spChg>
        <pc:spChg chg="add mod">
          <ac:chgData name="JAKUB NASTA - STUDENT" userId="1bb27371-dc17-4a31-a5d0-3e6bc38daef5" providerId="ADAL" clId="{A82C0977-5C3D-44D8-98CC-557D4E1FBD0F}" dt="2025-11-28T15:02:00.091" v="892" actId="207"/>
          <ac:spMkLst>
            <pc:docMk/>
            <pc:sldMk cId="3493456417" sldId="316"/>
            <ac:spMk id="7" creationId="{372C4117-44F3-995E-8D15-1BAAAFB8AA1C}"/>
          </ac:spMkLst>
        </pc:spChg>
        <pc:spChg chg="add mod">
          <ac:chgData name="JAKUB NASTA - STUDENT" userId="1bb27371-dc17-4a31-a5d0-3e6bc38daef5" providerId="ADAL" clId="{A82C0977-5C3D-44D8-98CC-557D4E1FBD0F}" dt="2025-11-28T15:02:31.846" v="897" actId="20577"/>
          <ac:spMkLst>
            <pc:docMk/>
            <pc:sldMk cId="3493456417" sldId="316"/>
            <ac:spMk id="9" creationId="{D394D9C3-19ED-CF45-C17C-E8559643F3AB}"/>
          </ac:spMkLst>
        </pc:spChg>
      </pc:sldChg>
      <pc:sldMasterChg chg="delSldLayout">
        <pc:chgData name="JAKUB NASTA - STUDENT" userId="1bb27371-dc17-4a31-a5d0-3e6bc38daef5" providerId="ADAL" clId="{A82C0977-5C3D-44D8-98CC-557D4E1FBD0F}" dt="2025-11-28T12:45:55.052" v="0" actId="47"/>
        <pc:sldMasterMkLst>
          <pc:docMk/>
          <pc:sldMasterMk cId="1788353970" sldId="2147483648"/>
        </pc:sldMasterMkLst>
        <pc:sldLayoutChg chg="del">
          <pc:chgData name="JAKUB NASTA - STUDENT" userId="1bb27371-dc17-4a31-a5d0-3e6bc38daef5" providerId="ADAL" clId="{A82C0977-5C3D-44D8-98CC-557D4E1FBD0F}" dt="2025-11-28T12:45:55.052" v="0" actId="47"/>
          <pc:sldLayoutMkLst>
            <pc:docMk/>
            <pc:sldMasterMk cId="1788353970" sldId="2147483648"/>
            <pc:sldLayoutMk cId="525656170" sldId="2147483676"/>
          </pc:sldLayoutMkLst>
        </pc:sldLayoutChg>
        <pc:sldLayoutChg chg="del">
          <pc:chgData name="JAKUB NASTA - STUDENT" userId="1bb27371-dc17-4a31-a5d0-3e6bc38daef5" providerId="ADAL" clId="{A82C0977-5C3D-44D8-98CC-557D4E1FBD0F}" dt="2025-11-28T12:45:55.052" v="0" actId="47"/>
          <pc:sldLayoutMkLst>
            <pc:docMk/>
            <pc:sldMasterMk cId="1788353970" sldId="2147483648"/>
            <pc:sldLayoutMk cId="1827098551" sldId="2147483677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489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7438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C2A0F-A97E-67B6-5FE7-F41060C8C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DD2372-1C60-7F91-2DF5-A328E1ABF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29E42-CE5D-BAC7-FB53-9FA49488C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BDF53-129C-1DF4-4811-0564EB9D50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7999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D6963-5BEE-37D4-17D9-E9C5F0D52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8A3BDE-9F78-7B37-C3D1-E3B2F62A60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46FDA-BB64-7486-A421-826E48311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9889B-F698-5D88-D622-86DDE06281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5400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A291E-2247-D7C1-60E0-D59B43AF2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DFA45-E21F-3AE2-C431-F3BAA614E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0023A7-E034-5E7E-C353-15F643C88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F9BD6-13D1-7F9F-25C4-FDFE8DF246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0281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26AD7-2B15-ED78-368B-E782729D7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74BFC-C7F6-DE56-1C6C-E08C892D25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E6117-D0A9-8675-C373-C2C91FCCE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8F347-AE4D-A578-169E-3745A6F49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4921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871F6-5782-1D63-29E6-554E0F40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16989-7AE1-6CCF-0E91-D5F4178D6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8444AB-323B-0BAE-939A-7B9D4E5213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FAEFC5-0C02-3D51-1884-1778C9B69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217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C867-89C2-7AA3-43D1-C776E8C9D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8BF325-2017-CCF4-F3C8-9DB98DD93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30427-5B9A-6A8C-0E48-CD5F2D728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E6FA0A-7254-CD42-B28C-5E9BBB4A0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6497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53A6E-1C41-8F8A-1BD7-E4C0C277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59C18-F2A6-D3ED-8B61-D8A2A09F8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7896CA-4DDF-CCB5-FBC7-5C53E911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BBF43-9AD5-C234-D942-5B2D61A8B2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374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58E-29D2-17BB-57F1-BB8987F07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4558C-F97C-8F94-C818-5CB02C81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7FEB9-B56C-D9E7-C7F7-C14A15059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2CB9D-8E54-F892-954F-1438923FA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6040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E4571-B5CC-DDE2-C5D7-ADEEF454F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9F1FF7-0ACA-A47D-54C0-8371A8C33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FB2CF7-C1F2-A2A4-D477-69B680AB3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CC5680-83D8-23C8-9BA4-BFC84B89D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5916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43F66-E80F-2E5D-4F57-CA095FF60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BFC3C-3147-F045-6596-B21A0CE77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432B8-C561-1D59-1599-D711685B0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E64CC-F0A3-79C5-1B72-E80E59FAA9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881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5EF97-0794-2441-69FF-DC63B915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3FE32D-3C09-C351-1455-EB70E2CA6E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4F39DE-1CD1-79B7-ED43-14D63D9E2E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56055-692C-1CF2-312B-975D46B5E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3671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D2B4-29A3-FD3B-DE07-683B1B1B8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0C358F-0138-2A17-1412-D2425FCD15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B25249-86BC-A293-B411-6400CD07FD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B74995-1B89-B4C6-3C47-333D75412C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134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B0320-06FA-A7C9-5817-7809D9336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E0D40-6B6F-3CCD-EB49-6911752BD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1942CC-AB0D-F9FE-AFB5-A54657AEE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D43AD-3B3A-1DA9-064D-D2998DAC17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9900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E7453-7E67-C8CA-3DE1-E0E1E9FC1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2C8274-776B-B006-EDEB-B12C8AF6B1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45BA18-4000-8E3D-5493-D3039DE41E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846DB-0D97-320C-F082-931887833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0767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>
            <a:norm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anchor="ctr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6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latin typeface="+mn-lt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anchor="b" anchorCtr="0">
            <a:noAutofit/>
          </a:bodyPr>
          <a:lstStyle>
            <a:lvl1pPr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32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anchor="b">
            <a:noAutofit/>
          </a:bodyPr>
          <a:lstStyle>
            <a:lvl1pPr algn="l">
              <a:defRPr sz="60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anchor="ctr" anchorCtr="0">
            <a:no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anchor="b">
            <a:noAutofit/>
          </a:bodyPr>
          <a:lstStyle>
            <a:lvl1pPr>
              <a:defRPr sz="4200" b="1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hart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>
            <a:noAutofit/>
          </a:bodyPr>
          <a:lstStyle>
            <a:lvl1pPr marL="0" indent="0">
              <a:buNone/>
              <a:defRPr>
                <a:latin typeface="+mn-lt"/>
              </a:defRPr>
            </a:lvl1pPr>
            <a:lvl2pPr marL="457200" indent="0">
              <a:buNone/>
              <a:defRPr>
                <a:latin typeface="+mn-lt"/>
              </a:defRPr>
            </a:lvl2pPr>
            <a:lvl3pPr marL="914400" indent="0">
              <a:buNone/>
              <a:defRPr>
                <a:latin typeface="+mn-lt"/>
              </a:defRPr>
            </a:lvl3pPr>
            <a:lvl4pPr marL="1371600" indent="0">
              <a:buNone/>
              <a:defRPr>
                <a:latin typeface="+mn-lt"/>
              </a:defRPr>
            </a:lvl4pPr>
            <a:lvl5pPr marL="1828800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2800"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79F46B00-4AE8-52A2-6926-FC2F5DD1F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2364" y="0"/>
            <a:ext cx="12194364" cy="6858000"/>
            <a:chOff x="-2364" y="0"/>
            <a:chExt cx="12194364" cy="685800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rot="5400000">
              <a:off x="8580896" y="0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>
              <a:off x="-2364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latin typeface="+mn-lt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2587417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>
                  <a:latin typeface="+mn-lt"/>
                </a:endParaRPr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9489" y="457199"/>
            <a:ext cx="5943599" cy="1920240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6BBDFA0C-B372-969D-6C8A-F664A4BF8D41}"/>
              </a:ext>
            </a:extLst>
          </p:cNvPr>
          <p:cNvSpPr>
            <a:spLocks noGrp="1" noChangeAspect="1"/>
          </p:cNvSpPr>
          <p:nvPr>
            <p:ph idx="17" hasCustomPrompt="1"/>
          </p:nvPr>
        </p:nvSpPr>
        <p:spPr>
          <a:xfrm>
            <a:off x="823108" y="640080"/>
            <a:ext cx="4297680" cy="4297680"/>
          </a:xfrm>
          <a:prstGeom prst="ellipse">
            <a:avLst/>
          </a:prstGeom>
          <a:solidFill>
            <a:schemeClr val="accent2"/>
          </a:solidFill>
        </p:spPr>
        <p:txBody>
          <a:bodyPr anchor="ctr" anchorCtr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2000">
                <a:latin typeface="+mn-lt"/>
              </a:defRPr>
            </a:lvl1pPr>
            <a:lvl2pPr marL="347663" indent="0" algn="ctr">
              <a:buFont typeface="Arial" panose="020B0604020202020204" pitchFamily="34" charset="0"/>
              <a:buNone/>
              <a:defRPr sz="2000">
                <a:latin typeface="+mn-lt"/>
              </a:defRPr>
            </a:lvl2pPr>
            <a:lvl3pPr marL="6858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3pPr>
            <a:lvl4pPr marL="9144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4pPr>
            <a:lvl5pPr marL="1143000" indent="0" algn="ctr">
              <a:buFont typeface="Arial" panose="020B0604020202020204" pitchFamily="34" charset="0"/>
              <a:buNone/>
              <a:defRPr sz="2000"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6711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8D2CC-EE75-85FA-1577-88C0BEC7B10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5549490" y="2706369"/>
            <a:ext cx="5943600" cy="3383279"/>
          </a:xfrm>
        </p:spPr>
        <p:txBody>
          <a:bodyPr>
            <a:normAutofit/>
          </a:bodyPr>
          <a:lstStyle>
            <a:lvl1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4pPr>
            <a:lvl5pPr marL="146304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30223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tx2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74" r:id="rId4"/>
    <p:sldLayoutId id="2147483671" r:id="rId5"/>
    <p:sldLayoutId id="2147483659" r:id="rId6"/>
    <p:sldLayoutId id="2147483668" r:id="rId7"/>
    <p:sldLayoutId id="2147483669" r:id="rId8"/>
    <p:sldLayoutId id="2147483661" r:id="rId9"/>
    <p:sldLayoutId id="2147483666" r:id="rId10"/>
    <p:sldLayoutId id="2147483675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3" y="2689859"/>
            <a:ext cx="7096933" cy="1373183"/>
          </a:xfrm>
        </p:spPr>
        <p:txBody>
          <a:bodyPr/>
          <a:lstStyle/>
          <a:p>
            <a:r>
              <a:rPr lang="pl-PL"/>
              <a:t>JJK Solutions</a:t>
            </a:r>
            <a:br>
              <a:rPr lang="pl-PL"/>
            </a:br>
            <a:r>
              <a:rPr lang="pl-PL" sz="2400">
                <a:solidFill>
                  <a:schemeClr val="tx1">
                    <a:lumMod val="65000"/>
                    <a:lumOff val="35000"/>
                  </a:schemeClr>
                </a:solidFill>
              </a:rPr>
              <a:t>Agile </a:t>
            </a:r>
            <a:r>
              <a:rPr lang="pl-PL" sz="2400" err="1">
                <a:solidFill>
                  <a:schemeClr val="tx1">
                    <a:lumMod val="65000"/>
                    <a:lumOff val="35000"/>
                  </a:schemeClr>
                </a:solidFill>
              </a:rPr>
              <a:t>Inception</a:t>
            </a:r>
            <a:r>
              <a:rPr lang="pl-PL" sz="2400">
                <a:solidFill>
                  <a:schemeClr val="tx1">
                    <a:lumMod val="65000"/>
                    <a:lumOff val="35000"/>
                  </a:schemeClr>
                </a:solidFill>
              </a:rPr>
              <a:t> Deck</a:t>
            </a:r>
            <a:endParaRPr lang="en-US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Leaves and ripples on a lily pond">
            <a:extLst>
              <a:ext uri="{FF2B5EF4-FFF2-40B4-BE49-F238E27FC236}">
                <a16:creationId xmlns:a16="http://schemas.microsoft.com/office/drawing/2014/main" id="{FFBC0F29-89E7-5464-4AA1-FBD7CBB06E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323" y="3822080"/>
            <a:ext cx="3150336" cy="51693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 b="1"/>
              <a:t>JJK Solutions Team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E06EA1-78C1-78CB-515B-5FD0F8A97D0D}"/>
              </a:ext>
            </a:extLst>
          </p:cNvPr>
          <p:cNvSpPr txBox="1"/>
          <p:nvPr/>
        </p:nvSpPr>
        <p:spPr>
          <a:xfrm>
            <a:off x="4002864" y="2209596"/>
            <a:ext cx="4053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/>
              <a:t>One </a:t>
            </a:r>
            <a:r>
              <a:rPr lang="pl-PL" err="1"/>
              <a:t>search</a:t>
            </a:r>
            <a:r>
              <a:rPr lang="pl-PL"/>
              <a:t> – </a:t>
            </a:r>
            <a:r>
              <a:rPr lang="pl-PL" err="1"/>
              <a:t>many</a:t>
            </a:r>
            <a:r>
              <a:rPr lang="pl-PL"/>
              <a:t> </a:t>
            </a:r>
            <a:r>
              <a:rPr lang="pl-PL" err="1"/>
              <a:t>possibilities</a:t>
            </a:r>
            <a:endParaRPr lang="en-I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A3CA3D-43C4-D5D7-0ACB-554522851911}"/>
              </a:ext>
            </a:extLst>
          </p:cNvPr>
          <p:cNvSpPr txBox="1"/>
          <p:nvPr/>
        </p:nvSpPr>
        <p:spPr>
          <a:xfrm>
            <a:off x="2376847" y="4487679"/>
            <a:ext cx="157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b="1" err="1"/>
              <a:t>Scrum</a:t>
            </a:r>
            <a:r>
              <a:rPr lang="pl-PL" b="1"/>
              <a:t> Master</a:t>
            </a:r>
          </a:p>
          <a:p>
            <a:pPr algn="ctr"/>
            <a:r>
              <a:rPr lang="pl-PL" err="1"/>
              <a:t>Kauan</a:t>
            </a:r>
            <a:r>
              <a:rPr lang="pl-PL"/>
              <a:t> Ribeiro</a:t>
            </a:r>
            <a:endParaRPr lang="en-I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3BA593-EF6D-5239-4A33-F222B7591590}"/>
              </a:ext>
            </a:extLst>
          </p:cNvPr>
          <p:cNvSpPr txBox="1"/>
          <p:nvPr/>
        </p:nvSpPr>
        <p:spPr>
          <a:xfrm>
            <a:off x="4674393" y="4449879"/>
            <a:ext cx="16827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b="1"/>
              <a:t>Product </a:t>
            </a:r>
            <a:r>
              <a:rPr lang="pl-PL" b="1" err="1"/>
              <a:t>Owner</a:t>
            </a:r>
            <a:endParaRPr lang="pl-PL" b="1"/>
          </a:p>
          <a:p>
            <a:pPr algn="ctr"/>
            <a:r>
              <a:rPr lang="pl-PL"/>
              <a:t>Jakub Nasta</a:t>
            </a:r>
            <a:endParaRPr lang="en-I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90B95E-38DF-9CC4-98E0-9EC9EBFA8B79}"/>
              </a:ext>
            </a:extLst>
          </p:cNvPr>
          <p:cNvSpPr txBox="1"/>
          <p:nvPr/>
        </p:nvSpPr>
        <p:spPr>
          <a:xfrm>
            <a:off x="7244659" y="4449879"/>
            <a:ext cx="15282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l-PL" b="1"/>
              <a:t>Tester</a:t>
            </a:r>
          </a:p>
          <a:p>
            <a:pPr algn="ctr"/>
            <a:r>
              <a:rPr lang="pl-PL"/>
              <a:t>Joy </a:t>
            </a:r>
            <a:r>
              <a:rPr lang="pl-PL" err="1"/>
              <a:t>Howlader</a:t>
            </a:r>
            <a:endParaRPr lang="en-IE"/>
          </a:p>
        </p:txBody>
      </p:sp>
      <p:pic>
        <p:nvPicPr>
          <p:cNvPr id="9" name="Picture 8" descr="A blue and black logo&#10;&#10;AI-generated content may be incorrect.">
            <a:extLst>
              <a:ext uri="{FF2B5EF4-FFF2-40B4-BE49-F238E27FC236}">
                <a16:creationId xmlns:a16="http://schemas.microsoft.com/office/drawing/2014/main" id="{2B20363C-0512-F477-88EC-23AF44EB7F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11328" y1="69456" x2="10938" y2="72803"/>
                        <a14:foregroundMark x1="20313" y1="69456" x2="20313" y2="71548"/>
                        <a14:foregroundMark x1="12109" y1="68619" x2="11328" y2="69038"/>
                        <a14:foregroundMark x1="12891" y1="68201" x2="15234" y2="69038"/>
                        <a14:foregroundMark x1="16016" y1="70293" x2="16406" y2="72385"/>
                        <a14:foregroundMark x1="42188" y1="41004" x2="47266" y2="41841"/>
                        <a14:foregroundMark x1="43359" y1="53975" x2="50391" y2="54393"/>
                        <a14:foregroundMark x1="50391" y1="47699" x2="50391" y2="47699"/>
                        <a14:foregroundMark x1="40234" y1="31381" x2="48047" y2="28870"/>
                        <a14:foregroundMark x1="50000" y1="34310" x2="50000" y2="34310"/>
                        <a14:foregroundMark x1="28906" y1="71967" x2="28906" y2="71967"/>
                        <a14:foregroundMark x1="35938" y1="72803" x2="35938" y2="72803"/>
                        <a14:foregroundMark x1="44531" y1="72803" x2="44531" y2="72803"/>
                        <a14:foregroundMark x1="56641" y1="73222" x2="56641" y2="73222"/>
                        <a14:foregroundMark x1="66797" y1="72803" x2="66797" y2="72803"/>
                        <a14:foregroundMark x1="77344" y1="72803" x2="77344" y2="72803"/>
                        <a14:foregroundMark x1="85547" y1="72385" x2="85547" y2="7238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02864" y="-249065"/>
            <a:ext cx="3241795" cy="3026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48DD4-4828-CE87-0C5C-42BE175E8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8972" y="0"/>
            <a:ext cx="6608508" cy="1832400"/>
          </a:xfrm>
        </p:spPr>
        <p:txBody>
          <a:bodyPr/>
          <a:lstStyle/>
          <a:p>
            <a:r>
              <a:rPr lang="pl-PL" err="1"/>
              <a:t>Why</a:t>
            </a:r>
            <a:r>
              <a:rPr lang="pl-PL"/>
              <a:t> </a:t>
            </a:r>
            <a:r>
              <a:rPr lang="pl-PL" err="1"/>
              <a:t>are</a:t>
            </a:r>
            <a:r>
              <a:rPr lang="pl-PL"/>
              <a:t> we </a:t>
            </a:r>
            <a:r>
              <a:rPr lang="pl-PL" err="1"/>
              <a:t>here</a:t>
            </a:r>
            <a:r>
              <a:rPr lang="pl-PL"/>
              <a:t>?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E525DD-F729-1356-E9D8-181B08033A07}"/>
              </a:ext>
            </a:extLst>
          </p:cNvPr>
          <p:cNvSpPr txBox="1"/>
          <p:nvPr/>
        </p:nvSpPr>
        <p:spPr>
          <a:xfrm>
            <a:off x="2750826" y="1609200"/>
            <a:ext cx="714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400" err="1"/>
              <a:t>Students</a:t>
            </a:r>
            <a:r>
              <a:rPr lang="pl-PL" sz="2400"/>
              <a:t> </a:t>
            </a:r>
            <a:r>
              <a:rPr lang="pl-PL" sz="2400" err="1"/>
              <a:t>struggle</a:t>
            </a:r>
            <a:r>
              <a:rPr lang="pl-PL" sz="2400"/>
              <a:t> to </a:t>
            </a:r>
            <a:r>
              <a:rPr lang="pl-PL" sz="2400" err="1"/>
              <a:t>find</a:t>
            </a:r>
            <a:r>
              <a:rPr lang="pl-PL" sz="2400"/>
              <a:t> part-</a:t>
            </a:r>
            <a:r>
              <a:rPr lang="pl-PL" sz="2400" err="1"/>
              <a:t>time</a:t>
            </a:r>
            <a:r>
              <a:rPr lang="pl-PL" sz="2400"/>
              <a:t> </a:t>
            </a:r>
            <a:r>
              <a:rPr lang="pl-PL" sz="2400" err="1"/>
              <a:t>jobs</a:t>
            </a:r>
            <a:r>
              <a:rPr lang="pl-PL" sz="2400"/>
              <a:t> </a:t>
            </a:r>
            <a:r>
              <a:rPr lang="pl-PL" sz="2400" err="1"/>
              <a:t>that</a:t>
            </a:r>
            <a:r>
              <a:rPr lang="pl-PL" sz="2400"/>
              <a:t> </a:t>
            </a:r>
            <a:r>
              <a:rPr lang="pl-PL" sz="2400" err="1"/>
              <a:t>fit</a:t>
            </a:r>
            <a:r>
              <a:rPr lang="pl-PL" sz="2400"/>
              <a:t> </a:t>
            </a:r>
            <a:r>
              <a:rPr lang="pl-PL" sz="2400" err="1"/>
              <a:t>around</a:t>
            </a:r>
            <a:r>
              <a:rPr lang="pl-PL" sz="2400"/>
              <a:t> </a:t>
            </a:r>
            <a:r>
              <a:rPr lang="pl-PL" sz="2400" err="1"/>
              <a:t>classes</a:t>
            </a:r>
            <a:endParaRPr lang="pl-PL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l-PL" sz="2400" err="1"/>
              <a:t>Current</a:t>
            </a:r>
            <a:r>
              <a:rPr lang="pl-PL" sz="2400"/>
              <a:t> </a:t>
            </a:r>
            <a:r>
              <a:rPr lang="pl-PL" sz="2400" err="1"/>
              <a:t>job</a:t>
            </a:r>
            <a:r>
              <a:rPr lang="pl-PL" sz="2400"/>
              <a:t> </a:t>
            </a:r>
            <a:r>
              <a:rPr lang="pl-PL" sz="2400" err="1"/>
              <a:t>sites</a:t>
            </a:r>
            <a:r>
              <a:rPr lang="pl-PL" sz="2400"/>
              <a:t> </a:t>
            </a:r>
            <a:r>
              <a:rPr lang="pl-PL" sz="2400" err="1"/>
              <a:t>are</a:t>
            </a:r>
            <a:r>
              <a:rPr lang="pl-PL" sz="2400"/>
              <a:t> </a:t>
            </a:r>
            <a:r>
              <a:rPr lang="pl-PL" sz="2400" err="1"/>
              <a:t>built</a:t>
            </a:r>
            <a:r>
              <a:rPr lang="pl-PL" sz="2400"/>
              <a:t> for </a:t>
            </a:r>
            <a:r>
              <a:rPr lang="pl-PL" sz="2400" err="1"/>
              <a:t>full-time</a:t>
            </a:r>
            <a:r>
              <a:rPr lang="pl-PL" sz="2400"/>
              <a:t> </a:t>
            </a:r>
            <a:r>
              <a:rPr lang="pl-PL" sz="2400" err="1"/>
              <a:t>workers</a:t>
            </a:r>
            <a:endParaRPr lang="pl-PL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0B7B9E-8E5D-5866-C51A-6092E0376DA7}"/>
              </a:ext>
            </a:extLst>
          </p:cNvPr>
          <p:cNvSpPr txBox="1"/>
          <p:nvPr/>
        </p:nvSpPr>
        <p:spPr>
          <a:xfrm>
            <a:off x="3017526" y="2849069"/>
            <a:ext cx="72956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400"/>
              <a:t>We want to </a:t>
            </a:r>
            <a:r>
              <a:rPr lang="pl-PL" sz="2400" err="1"/>
              <a:t>help</a:t>
            </a:r>
            <a:r>
              <a:rPr lang="pl-PL" sz="2400"/>
              <a:t> </a:t>
            </a:r>
            <a:r>
              <a:rPr lang="pl-PL" sz="2400" err="1"/>
              <a:t>students</a:t>
            </a:r>
            <a:r>
              <a:rPr lang="pl-PL" sz="2400"/>
              <a:t> by </a:t>
            </a:r>
            <a:r>
              <a:rPr lang="pl-PL" sz="2400" b="1" err="1"/>
              <a:t>easing</a:t>
            </a:r>
            <a:r>
              <a:rPr lang="pl-PL" sz="2400" b="1"/>
              <a:t> </a:t>
            </a:r>
            <a:r>
              <a:rPr lang="pl-PL" sz="2400" b="1" err="1"/>
              <a:t>their</a:t>
            </a:r>
            <a:r>
              <a:rPr lang="pl-PL" sz="2400" b="1"/>
              <a:t> </a:t>
            </a:r>
            <a:r>
              <a:rPr lang="pl-PL" sz="2400" b="1" err="1"/>
              <a:t>stress</a:t>
            </a:r>
            <a:r>
              <a:rPr lang="pl-PL" sz="2400" b="1"/>
              <a:t> </a:t>
            </a:r>
            <a:r>
              <a:rPr lang="pl-PL" sz="2400" err="1"/>
              <a:t>regarding</a:t>
            </a:r>
            <a:r>
              <a:rPr lang="pl-PL" sz="2400"/>
              <a:t> </a:t>
            </a:r>
            <a:r>
              <a:rPr lang="pl-PL" sz="2400" err="1"/>
              <a:t>job-hunting</a:t>
            </a:r>
            <a:r>
              <a:rPr lang="pl-PL" sz="2400"/>
              <a:t> and </a:t>
            </a:r>
            <a:r>
              <a:rPr lang="pl-PL" sz="2400" err="1"/>
              <a:t>providing</a:t>
            </a:r>
            <a:r>
              <a:rPr lang="pl-PL" sz="2400"/>
              <a:t> </a:t>
            </a:r>
            <a:r>
              <a:rPr lang="pl-PL" sz="2400" err="1"/>
              <a:t>them</a:t>
            </a:r>
            <a:r>
              <a:rPr lang="pl-PL" sz="2400"/>
              <a:t> with </a:t>
            </a:r>
            <a:r>
              <a:rPr lang="pl-PL" sz="2400" b="1"/>
              <a:t>seamless</a:t>
            </a:r>
            <a:r>
              <a:rPr lang="en-IE" sz="2400" b="1"/>
              <a:t>, mobile</a:t>
            </a:r>
            <a:r>
              <a:rPr lang="pl-PL" sz="2400" b="1"/>
              <a:t> </a:t>
            </a:r>
            <a:r>
              <a:rPr lang="pl-PL" sz="2400" b="1" err="1"/>
              <a:t>experience</a:t>
            </a:r>
            <a:r>
              <a:rPr lang="pl-PL" sz="2400"/>
              <a:t>.</a:t>
            </a:r>
            <a:endParaRPr lang="en-IE" sz="2400"/>
          </a:p>
          <a:p>
            <a:endParaRPr lang="en-IE" sz="2400"/>
          </a:p>
        </p:txBody>
      </p:sp>
      <p:pic>
        <p:nvPicPr>
          <p:cNvPr id="4" name="Picture 3" descr="Stressed businessman">
            <a:extLst>
              <a:ext uri="{FF2B5EF4-FFF2-40B4-BE49-F238E27FC236}">
                <a16:creationId xmlns:a16="http://schemas.microsoft.com/office/drawing/2014/main" id="{033BBE40-13BF-9BE6-6625-BA51E3EDA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7612" y="4463918"/>
            <a:ext cx="2993740" cy="1950151"/>
          </a:xfrm>
          <a:prstGeom prst="rect">
            <a:avLst/>
          </a:prstGeom>
        </p:spPr>
      </p:pic>
      <p:pic>
        <p:nvPicPr>
          <p:cNvPr id="8" name="Graphic 7" descr="Line arrow: Slight curve with solid fill">
            <a:extLst>
              <a:ext uri="{FF2B5EF4-FFF2-40B4-BE49-F238E27FC236}">
                <a16:creationId xmlns:a16="http://schemas.microsoft.com/office/drawing/2014/main" id="{C6D406C0-7D41-222A-0941-78A6D71BC4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86426" y="4867759"/>
            <a:ext cx="914400" cy="914400"/>
          </a:xfrm>
          <a:prstGeom prst="rect">
            <a:avLst/>
          </a:prstGeom>
        </p:spPr>
      </p:pic>
      <p:pic>
        <p:nvPicPr>
          <p:cNvPr id="10" name="Picture 9" descr="Young man using smartphone on city street at night">
            <a:extLst>
              <a:ext uri="{FF2B5EF4-FFF2-40B4-BE49-F238E27FC236}">
                <a16:creationId xmlns:a16="http://schemas.microsoft.com/office/drawing/2014/main" id="{414E120F-1666-1C16-2AEA-6B7C97FEC7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1520" y="4418729"/>
            <a:ext cx="2993740" cy="1995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677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EE190-899A-46D2-989D-C4BC6A46F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780" y="465240"/>
            <a:ext cx="5120640" cy="921600"/>
          </a:xfrm>
        </p:spPr>
        <p:txBody>
          <a:bodyPr/>
          <a:lstStyle/>
          <a:p>
            <a:r>
              <a:rPr lang="pl-PL" err="1"/>
              <a:t>Elevator</a:t>
            </a:r>
            <a:r>
              <a:rPr lang="pl-PL"/>
              <a:t> Pitch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BC9DE8-A5CC-4BE1-0DE5-CB15D01A79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28900" y="1555140"/>
            <a:ext cx="6934200" cy="1828800"/>
          </a:xfrm>
        </p:spPr>
        <p:txBody>
          <a:bodyPr/>
          <a:lstStyle/>
          <a:p>
            <a:r>
              <a:rPr lang="en-GB" b="1"/>
              <a:t>DreamWork</a:t>
            </a:r>
            <a:r>
              <a:rPr lang="en-GB"/>
              <a:t> helps students find flexible jobs and internships that match their skills, time, and career goals, quickly and easily.</a:t>
            </a:r>
            <a:endParaRPr lang="en-US"/>
          </a:p>
        </p:txBody>
      </p:sp>
      <p:pic>
        <p:nvPicPr>
          <p:cNvPr id="5" name="Graphic 4" descr="Smart Phone with solid fill">
            <a:extLst>
              <a:ext uri="{FF2B5EF4-FFF2-40B4-BE49-F238E27FC236}">
                <a16:creationId xmlns:a16="http://schemas.microsoft.com/office/drawing/2014/main" id="{A45A8D07-1C72-05BE-99A6-5E9D4CD6E4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78580" y="3552240"/>
            <a:ext cx="3231540" cy="3231540"/>
          </a:xfrm>
          <a:prstGeom prst="rect">
            <a:avLst/>
          </a:prstGeom>
        </p:spPr>
      </p:pic>
      <p:pic>
        <p:nvPicPr>
          <p:cNvPr id="7" name="Graphic 6" descr="Document outline">
            <a:extLst>
              <a:ext uri="{FF2B5EF4-FFF2-40B4-BE49-F238E27FC236}">
                <a16:creationId xmlns:a16="http://schemas.microsoft.com/office/drawing/2014/main" id="{4D1C0477-4F14-10E4-B202-9A7BEEFBD4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7940" y="4469092"/>
            <a:ext cx="1170646" cy="1404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7506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E1798-1A13-47B7-F19F-BDAAE1BD4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24">
            <a:extLst>
              <a:ext uri="{FF2B5EF4-FFF2-40B4-BE49-F238E27FC236}">
                <a16:creationId xmlns:a16="http://schemas.microsoft.com/office/drawing/2014/main" id="{FD6528FF-C8B7-B5AF-FEC8-3EAE83E69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56" b="1956"/>
          <a:stretch/>
        </p:blipFill>
        <p:spPr>
          <a:xfrm>
            <a:off x="1258670" y="459565"/>
            <a:ext cx="4214010" cy="421401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0" name="Picture Placeholder 24">
            <a:extLst>
              <a:ext uri="{FF2B5EF4-FFF2-40B4-BE49-F238E27FC236}">
                <a16:creationId xmlns:a16="http://schemas.microsoft.com/office/drawing/2014/main" id="{656316ED-BF79-4F52-AD38-5F1692CB26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84" r="142"/>
          <a:stretch>
            <a:fillRect/>
          </a:stretch>
        </p:blipFill>
        <p:spPr>
          <a:xfrm>
            <a:off x="6496238" y="2258673"/>
            <a:ext cx="4544298" cy="421401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FB5760-2CA6-A316-9418-B33390683EA0}"/>
              </a:ext>
            </a:extLst>
          </p:cNvPr>
          <p:cNvSpPr txBox="1"/>
          <p:nvPr/>
        </p:nvSpPr>
        <p:spPr>
          <a:xfrm>
            <a:off x="7099948" y="800759"/>
            <a:ext cx="33368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/>
              <a:t>Product Box</a:t>
            </a:r>
            <a:endParaRPr lang="en-IE" sz="4000" b="1"/>
          </a:p>
        </p:txBody>
      </p:sp>
    </p:spTree>
    <p:extLst>
      <p:ext uri="{BB962C8B-B14F-4D97-AF65-F5344CB8AC3E}">
        <p14:creationId xmlns:p14="http://schemas.microsoft.com/office/powerpoint/2010/main" val="1713021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FFF1-F410-7383-4D72-A4A1EDD98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863F5-1F1E-D140-737B-4159E63B7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25476"/>
            <a:ext cx="9135183" cy="47563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E833DD-5932-729A-7FE1-DB599B6F86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705475" cy="19872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487EC1-80B0-37F6-78FF-26029EAB5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-38248"/>
            <a:ext cx="12192000" cy="3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742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6E0D4-3AA2-6305-2FE2-4CEF19400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3C3012-8FBB-59B8-C0F5-DE1D98E5B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17389"/>
            <a:ext cx="12268200" cy="52406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DAE6D2-A5E4-36CC-99E5-18AF79BAE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4061"/>
            <a:ext cx="4130040" cy="15433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AB7A4-8E41-D522-76AC-3838D23E25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294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99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520DC-572E-A7C6-01B2-5A2796AE7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D18FB39-8E4B-32EF-07C0-ED01BDFDF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21829"/>
            <a:ext cx="9730740" cy="52361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9ADDF5-B5AD-D455-9478-9AA2EA811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61"/>
            <a:ext cx="4511040" cy="16210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3536D35-5588-A1D3-0E84-96CD6E740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25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27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23D01-86C1-DF2A-7AA5-A66E63A6A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E6E3B3A-D52A-68C2-5E20-1E66C31E7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3247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A880F2-3BE5-FDA9-0D55-BC130276CB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49119"/>
            <a:ext cx="4953838" cy="50088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A6A282-77F2-B03F-2B1E-2D1E53BB0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838" y="1780539"/>
            <a:ext cx="7238162" cy="2265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354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4B9DE-3772-9C26-DC7B-B335D45C3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3229516-51FF-290D-1E84-ADFEE8474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9900" y="0"/>
            <a:ext cx="3329120" cy="657059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75FC5A-2498-DD13-F535-A1C45D2B2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7503591" cy="29032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31C522E-6FE7-FE2F-642A-67664D547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570595"/>
            <a:ext cx="12192000" cy="28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506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8030CEC-C61C-90B4-78E3-0C67397BF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650" y="981699"/>
            <a:ext cx="8833110" cy="4213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71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407BBC8-772C-5646-87B2-8AD8578B3A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23" y="922646"/>
            <a:ext cx="9202434" cy="4677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998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1D3A1E2-1F6E-2ADD-2480-EA76E025C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469" y="429242"/>
            <a:ext cx="9545382" cy="48107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07DA90-ADDC-9924-C6A2-329F2B624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0791" y="5501549"/>
            <a:ext cx="6649378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9351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D6B39-EE01-E2B8-3621-827D546A9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9F3F87-1384-B7D6-58D4-829ABE049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784" y="58"/>
            <a:ext cx="3338596" cy="65705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FBD7A3-3931-1516-9DDD-547985563A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70653"/>
            <a:ext cx="12192000" cy="302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87D946-FDC1-EE84-DF05-657CAE5E06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8083783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1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A81DD-7E2E-5C88-38EE-5DE15E817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43D9AD-5B3B-122E-73CD-A39C4788A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70653"/>
            <a:ext cx="12192000" cy="2811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F51589A-AB9D-3E2C-790D-80C7055BF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8217694" cy="2819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5E96CF-D33B-44A7-5E0E-4592A9D7B1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5504" y="1640"/>
            <a:ext cx="3156376" cy="656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1337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5AFD9-C025-A006-A1E9-C8F20BE8B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C56745-E5BA-9864-9221-28A15CA384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823" y="0"/>
            <a:ext cx="3149423" cy="66064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47FD3D-3272-D267-3851-78A93BBD1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8026776" cy="23469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96ED83-160F-AF5A-7CB9-1432566059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606466"/>
            <a:ext cx="12192000" cy="251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22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118D5-479A-93AF-E80A-D383682E1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2A054D-5104-B469-018A-094D629E9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91226"/>
            <a:ext cx="12192000" cy="2809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97BDC6-FAB7-BB57-3F37-BE002D6C8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0"/>
            <a:ext cx="8037324" cy="41071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3C00C2-728A-0572-8FD0-C904FEB4B9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7325" y="0"/>
            <a:ext cx="3168002" cy="6591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942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BE657-8FFB-9E20-9DC4-8B20AF3B0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E2BD7A-529E-A3A9-39FF-EEE5559E61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46488"/>
            <a:ext cx="12192000" cy="49107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8785B1-4FCD-E388-E543-70D92753CD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177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51E0A2D-27F8-2AAE-F340-92D8CE31C1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17730"/>
            <a:ext cx="5779458" cy="1628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4677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83833-09A2-FADE-C6B1-86AC2E37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59DFF9E-C179-AD51-4D42-3EF51A685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1152" y="0"/>
            <a:ext cx="3220848" cy="65912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CE0389-82FA-3861-1C9F-2030E6A6A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555047"/>
            <a:ext cx="12192000" cy="3029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3124AC3-FDB0-28C6-5BC1-FD9BBAF440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8971152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519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9629A7F-FA5C-2449-5DF3-A17074288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8502" y="929640"/>
            <a:ext cx="3054996" cy="1114916"/>
          </a:xfrm>
        </p:spPr>
        <p:txBody>
          <a:bodyPr/>
          <a:lstStyle/>
          <a:p>
            <a:r>
              <a:rPr lang="pl-PL" sz="6000"/>
              <a:t>Timeline</a:t>
            </a:r>
            <a:endParaRPr lang="en-US" sz="600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D9A39F4-27C7-2B9F-DA4E-B74D3D63B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3" y="2379892"/>
            <a:ext cx="12182997" cy="204065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928739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AAB64-BA44-59FD-C081-2BD9A21F6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71DA23C-67BB-0E56-DE97-B80AD52C5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25017"/>
            <a:ext cx="12192000" cy="543298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765FCAE4-E05D-5CDF-AC8C-AB478ECD1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286" y="259080"/>
            <a:ext cx="4693428" cy="1310717"/>
          </a:xfrm>
        </p:spPr>
        <p:txBody>
          <a:bodyPr/>
          <a:lstStyle/>
          <a:p>
            <a:r>
              <a:rPr lang="pl-PL"/>
              <a:t>Release Plan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848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01CF9-FC64-E7FA-7328-FBAD1B895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49A81B1-3DF3-51B1-77B1-0368265EA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92657"/>
            <a:ext cx="12192000" cy="5265343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310566ED-E50D-868E-F3D2-84283E2B6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426" y="579120"/>
            <a:ext cx="5234694" cy="1013537"/>
          </a:xfrm>
        </p:spPr>
        <p:txBody>
          <a:bodyPr/>
          <a:lstStyle/>
          <a:p>
            <a:r>
              <a:rPr lang="pl-PL" sz="6000"/>
              <a:t>Release Plan</a:t>
            </a:r>
            <a:endParaRPr lang="en-US" sz="6000"/>
          </a:p>
        </p:txBody>
      </p:sp>
    </p:spTree>
    <p:extLst>
      <p:ext uri="{BB962C8B-B14F-4D97-AF65-F5344CB8AC3E}">
        <p14:creationId xmlns:p14="http://schemas.microsoft.com/office/powerpoint/2010/main" val="401448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DABEB-E802-9F8C-3E1A-18B477212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9872" y="53340"/>
            <a:ext cx="9547860" cy="646897"/>
          </a:xfrm>
        </p:spPr>
        <p:txBody>
          <a:bodyPr/>
          <a:lstStyle/>
          <a:p>
            <a:r>
              <a:rPr lang="pl-PL" sz="1600">
                <a:solidFill>
                  <a:srgbClr val="0070C0"/>
                </a:solidFill>
              </a:rPr>
              <a:t>Reflections</a:t>
            </a:r>
            <a:endParaRPr lang="en-IE" sz="1600">
              <a:solidFill>
                <a:srgbClr val="0070C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570995D-2231-AAF6-55B4-B385FD0A3701}"/>
              </a:ext>
            </a:extLst>
          </p:cNvPr>
          <p:cNvSpPr txBox="1">
            <a:spLocks/>
          </p:cNvSpPr>
          <p:nvPr/>
        </p:nvSpPr>
        <p:spPr>
          <a:xfrm>
            <a:off x="1106532" y="707054"/>
            <a:ext cx="9601200" cy="64689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sz="4400"/>
              <a:t>Jakub</a:t>
            </a:r>
            <a:endParaRPr lang="en-IE" sz="4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C4117-44F3-995E-8D15-1BAAAFB8AA1C}"/>
              </a:ext>
            </a:extLst>
          </p:cNvPr>
          <p:cNvSpPr txBox="1"/>
          <p:nvPr/>
        </p:nvSpPr>
        <p:spPr>
          <a:xfrm>
            <a:off x="1159872" y="1360768"/>
            <a:ext cx="65515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>
                <a:solidFill>
                  <a:srgbClr val="0070C0"/>
                </a:solidFill>
              </a:rPr>
              <a:t>My Role</a:t>
            </a:r>
            <a:endParaRPr lang="en-GB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</a:t>
            </a:r>
            <a:r>
              <a:rPr lang="en-GB"/>
              <a:t>Defined product vision and ensured alignment with team goals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</a:t>
            </a:r>
            <a:r>
              <a:rPr lang="en-GB"/>
              <a:t>Managed the product backlog and prioritised user stories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</a:t>
            </a:r>
            <a:r>
              <a:rPr lang="en-GB"/>
              <a:t>Set acceptance criteria and supported estimation sessions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94D9C3-19ED-CF45-C17C-E8559643F3AB}"/>
              </a:ext>
            </a:extLst>
          </p:cNvPr>
          <p:cNvSpPr txBox="1"/>
          <p:nvPr/>
        </p:nvSpPr>
        <p:spPr>
          <a:xfrm>
            <a:off x="1159872" y="2608002"/>
            <a:ext cx="779362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b="1">
                <a:solidFill>
                  <a:srgbClr val="0070C0"/>
                </a:solidFill>
              </a:rPr>
              <a:t>My Contributions</a:t>
            </a:r>
            <a:endParaRPr lang="en-GB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</a:t>
            </a:r>
            <a:r>
              <a:rPr lang="en-GB"/>
              <a:t>Created all epics, refined user stories, grouped requirements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</a:t>
            </a:r>
            <a:r>
              <a:rPr lang="en-GB"/>
              <a:t>Developed the sprint plan and calculated team velocity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</a:t>
            </a:r>
            <a:r>
              <a:rPr lang="en-GB"/>
              <a:t>Designed risk assessments, contingency plan, and Gantt timeline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</a:t>
            </a:r>
            <a:r>
              <a:rPr lang="en-GB"/>
              <a:t>Led creation of PowerPoint, architecture diagrams, and report content</a:t>
            </a:r>
            <a:endParaRPr lang="pl-PL"/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Created design template for the prototype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Took part in prototyping the app</a:t>
            </a:r>
            <a:endParaRPr lang="en-GB"/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</a:t>
            </a:r>
            <a:r>
              <a:rPr lang="en-GB"/>
              <a:t>Coordinated tools setup (GitHub, Jira, OneNote)</a:t>
            </a:r>
            <a:endParaRPr lang="pl-PL"/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Documented sprint reviews and retrospectives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Created README on GitHub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Maintained OneNote pages and burndown chart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Tracked sprint progress on Jira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Refined the prototype screens to better fit with design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l-PL"/>
              <a:t> Created interactions between prototype screens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34564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494" y="252549"/>
            <a:ext cx="6220278" cy="3262811"/>
          </a:xfrm>
        </p:spPr>
        <p:txBody>
          <a:bodyPr/>
          <a:lstStyle/>
          <a:p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331398_Win32_SL_V13" id="{C59E605D-C281-4A06-BDA0-E97A35AC3AA8}" vid="{25D1D206-DA25-4050-926A-BD6D3A1B50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1E98C35-9ECE-4425-BCBA-00E118C705CE}">
  <ds:schemaRefs>
    <ds:schemaRef ds:uri="http://purl.org/dc/dcmitype/"/>
    <ds:schemaRef ds:uri="http://www.w3.org/XML/1998/namespace"/>
    <ds:schemaRef ds:uri="230e9df3-be65-4c73-a93b-d1236ebd677e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7855545-00bb-4800-a65f-e79104ec0fc4}" enabled="0" method="" siteId="{47855545-00bb-4800-a65f-e79104ec0fc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Universal presentation</Template>
  <TotalTime>0</TotalTime>
  <Words>262</Words>
  <Application>Microsoft Office PowerPoint</Application>
  <PresentationFormat>Widescreen</PresentationFormat>
  <Paragraphs>59</Paragraphs>
  <Slides>24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Tenorite</vt:lpstr>
      <vt:lpstr>Custom</vt:lpstr>
      <vt:lpstr>JJK Solutions Agile Inception Deck</vt:lpstr>
      <vt:lpstr>PowerPoint Presentation</vt:lpstr>
      <vt:lpstr>Why are we here?</vt:lpstr>
      <vt:lpstr>Elevator Pitch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Timeline</vt:lpstr>
      <vt:lpstr>Release Plan</vt:lpstr>
      <vt:lpstr>Release Plan</vt:lpstr>
      <vt:lpstr>Reflections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JJK Solutions Agile Inception Deck</dc:title>
  <dc:creator>JAKUB NASTA - STUDENT</dc:creator>
  <cp:lastModifiedBy>JAKUB NASTA - STUDENT</cp:lastModifiedBy>
  <cp:revision>33</cp:revision>
  <dcterms:created xsi:type="dcterms:W3CDTF">2025-09-30T18:16:13Z</dcterms:created>
  <dcterms:modified xsi:type="dcterms:W3CDTF">2025-11-28T15:02:34Z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