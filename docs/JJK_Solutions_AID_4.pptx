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257" r:id="rId6"/>
    <p:sldId id="286" r:id="rId7"/>
    <p:sldId id="288" r:id="rId8"/>
    <p:sldId id="312" r:id="rId9"/>
    <p:sldId id="320" r:id="rId10"/>
    <p:sldId id="314" r:id="rId11"/>
    <p:sldId id="315" r:id="rId12"/>
    <p:sldId id="297" r:id="rId13"/>
    <p:sldId id="298" r:id="rId14"/>
    <p:sldId id="299" r:id="rId15"/>
    <p:sldId id="310" r:id="rId16"/>
    <p:sldId id="300" r:id="rId17"/>
    <p:sldId id="302" r:id="rId18"/>
    <p:sldId id="303" r:id="rId19"/>
    <p:sldId id="304" r:id="rId20"/>
    <p:sldId id="301" r:id="rId21"/>
    <p:sldId id="305" r:id="rId22"/>
    <p:sldId id="306" r:id="rId23"/>
    <p:sldId id="307" r:id="rId24"/>
    <p:sldId id="308" r:id="rId25"/>
    <p:sldId id="309" r:id="rId26"/>
    <p:sldId id="313" r:id="rId27"/>
    <p:sldId id="317" r:id="rId28"/>
    <p:sldId id="316" r:id="rId29"/>
    <p:sldId id="319" r:id="rId30"/>
    <p:sldId id="29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D0B146-8B47-0EA5-5B13-DFFB4AEF1A5B}" v="58" dt="2025-11-30T21:54:34.141"/>
    <p1510:client id="{9CC9FAA1-4E26-4FFF-8DDB-700CBC8F9541}" v="80" dt="2025-11-30T21:55:57.893"/>
    <p1510:client id="{E2C7159B-34ED-4276-9A6F-84C22B4E3F80}" v="2" dt="2025-12-01T11:28:18.442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 HOWLADER - STUDENT" userId="S::g00411998@atu.ie::8dd8bffc-9fb3-4181-9535-78adc42d7d73" providerId="AD" clId="Web-{15D0B146-8B47-0EA5-5B13-DFFB4AEF1A5B}"/>
    <pc:docChg chg="addSld delSld modSld">
      <pc:chgData name="JOY HOWLADER - STUDENT" userId="S::g00411998@atu.ie::8dd8bffc-9fb3-4181-9535-78adc42d7d73" providerId="AD" clId="Web-{15D0B146-8B47-0EA5-5B13-DFFB4AEF1A5B}" dt="2025-11-30T21:54:34.141" v="49" actId="14100"/>
      <pc:docMkLst>
        <pc:docMk/>
      </pc:docMkLst>
      <pc:sldChg chg="new del">
        <pc:chgData name="JOY HOWLADER - STUDENT" userId="S::g00411998@atu.ie::8dd8bffc-9fb3-4181-9535-78adc42d7d73" providerId="AD" clId="Web-{15D0B146-8B47-0EA5-5B13-DFFB4AEF1A5B}" dt="2025-11-30T21:49:12.165" v="2"/>
        <pc:sldMkLst>
          <pc:docMk/>
          <pc:sldMk cId="36195199" sldId="318"/>
        </pc:sldMkLst>
      </pc:sldChg>
      <pc:sldChg chg="modSp add replId">
        <pc:chgData name="JOY HOWLADER - STUDENT" userId="S::g00411998@atu.ie::8dd8bffc-9fb3-4181-9535-78adc42d7d73" providerId="AD" clId="Web-{15D0B146-8B47-0EA5-5B13-DFFB4AEF1A5B}" dt="2025-11-30T21:54:34.141" v="49" actId="14100"/>
        <pc:sldMkLst>
          <pc:docMk/>
          <pc:sldMk cId="2897281623" sldId="319"/>
        </pc:sldMkLst>
        <pc:spChg chg="mod">
          <ac:chgData name="JOY HOWLADER - STUDENT" userId="S::g00411998@atu.ie::8dd8bffc-9fb3-4181-9535-78adc42d7d73" providerId="AD" clId="Web-{15D0B146-8B47-0EA5-5B13-DFFB4AEF1A5B}" dt="2025-11-30T21:51:26.934" v="10" actId="20577"/>
          <ac:spMkLst>
            <pc:docMk/>
            <pc:sldMk cId="2897281623" sldId="319"/>
            <ac:spMk id="5" creationId="{DAA5F9E5-E1F9-CF29-0D58-2D8625408B15}"/>
          </ac:spMkLst>
        </pc:spChg>
        <pc:spChg chg="mod">
          <ac:chgData name="JOY HOWLADER - STUDENT" userId="S::g00411998@atu.ie::8dd8bffc-9fb3-4181-9535-78adc42d7d73" providerId="AD" clId="Web-{15D0B146-8B47-0EA5-5B13-DFFB4AEF1A5B}" dt="2025-11-30T21:54:25.532" v="47" actId="14100"/>
          <ac:spMkLst>
            <pc:docMk/>
            <pc:sldMk cId="2897281623" sldId="319"/>
            <ac:spMk id="7" creationId="{39C05133-2B6C-6DAE-710F-26EF575AD799}"/>
          </ac:spMkLst>
        </pc:spChg>
        <pc:spChg chg="mod">
          <ac:chgData name="JOY HOWLADER - STUDENT" userId="S::g00411998@atu.ie::8dd8bffc-9fb3-4181-9535-78adc42d7d73" providerId="AD" clId="Web-{15D0B146-8B47-0EA5-5B13-DFFB4AEF1A5B}" dt="2025-11-30T21:54:34.141" v="49" actId="14100"/>
          <ac:spMkLst>
            <pc:docMk/>
            <pc:sldMk cId="2897281623" sldId="319"/>
            <ac:spMk id="9" creationId="{0D4C1D44-A6E3-AC56-D369-F994665FC6F9}"/>
          </ac:spMkLst>
        </pc:spChg>
      </pc:sldChg>
    </pc:docChg>
  </pc:docChgLst>
  <pc:docChgLst>
    <pc:chgData name="JAKUB NASTA - STUDENT" userId="1bb27371-dc17-4a31-a5d0-3e6bc38daef5" providerId="ADAL" clId="{A82C0977-5C3D-44D8-98CC-557D4E1FBD0F}"/>
    <pc:docChg chg="undo custSel addSld delSld modSld sldOrd">
      <pc:chgData name="JAKUB NASTA - STUDENT" userId="1bb27371-dc17-4a31-a5d0-3e6bc38daef5" providerId="ADAL" clId="{A82C0977-5C3D-44D8-98CC-557D4E1FBD0F}" dt="2025-11-30T21:55:57.893" v="1007" actId="20577"/>
      <pc:docMkLst>
        <pc:docMk/>
      </pc:docMkLst>
      <pc:sldChg chg="addSp delSp modSp add mod">
        <pc:chgData name="JAKUB NASTA - STUDENT" userId="1bb27371-dc17-4a31-a5d0-3e6bc38daef5" providerId="ADAL" clId="{A82C0977-5C3D-44D8-98CC-557D4E1FBD0F}" dt="2025-11-28T12:52:18.333" v="59" actId="14100"/>
        <pc:sldMkLst>
          <pc:docMk/>
          <pc:sldMk cId="2882742694" sldId="297"/>
        </pc:sldMkLst>
        <pc:picChg chg="add mod">
          <ac:chgData name="JAKUB NASTA - STUDENT" userId="1bb27371-dc17-4a31-a5d0-3e6bc38daef5" providerId="ADAL" clId="{A82C0977-5C3D-44D8-98CC-557D4E1FBD0F}" dt="2025-11-28T12:52:18.333" v="59" actId="14100"/>
          <ac:picMkLst>
            <pc:docMk/>
            <pc:sldMk cId="2882742694" sldId="297"/>
            <ac:picMk id="6" creationId="{AA5863F5-1F1E-D140-737B-4159E63B7049}"/>
          </ac:picMkLst>
        </pc:picChg>
        <pc:picChg chg="add mod">
          <ac:chgData name="JAKUB NASTA - STUDENT" userId="1bb27371-dc17-4a31-a5d0-3e6bc38daef5" providerId="ADAL" clId="{A82C0977-5C3D-44D8-98CC-557D4E1FBD0F}" dt="2025-11-28T12:52:09.814" v="56" actId="14100"/>
          <ac:picMkLst>
            <pc:docMk/>
            <pc:sldMk cId="2882742694" sldId="297"/>
            <ac:picMk id="9" creationId="{9CE833DD-5932-729A-7FE1-DB599B6F8689}"/>
          </ac:picMkLst>
        </pc:picChg>
        <pc:picChg chg="add mod">
          <ac:chgData name="JAKUB NASTA - STUDENT" userId="1bb27371-dc17-4a31-a5d0-3e6bc38daef5" providerId="ADAL" clId="{A82C0977-5C3D-44D8-98CC-557D4E1FBD0F}" dt="2025-11-28T12:49:53.376" v="37" actId="1076"/>
          <ac:picMkLst>
            <pc:docMk/>
            <pc:sldMk cId="2882742694" sldId="297"/>
            <ac:picMk id="11" creationId="{B3487EC1-80B0-37F6-78FF-26029EAB5501}"/>
          </ac:picMkLst>
        </pc:picChg>
      </pc:sldChg>
      <pc:sldChg chg="addSp delSp modSp add mod">
        <pc:chgData name="JAKUB NASTA - STUDENT" userId="1bb27371-dc17-4a31-a5d0-3e6bc38daef5" providerId="ADAL" clId="{A82C0977-5C3D-44D8-98CC-557D4E1FBD0F}" dt="2025-11-28T12:51:50.629" v="55" actId="1076"/>
        <pc:sldMkLst>
          <pc:docMk/>
          <pc:sldMk cId="77199502" sldId="298"/>
        </pc:sldMkLst>
        <pc:picChg chg="add mod">
          <ac:chgData name="JAKUB NASTA - STUDENT" userId="1bb27371-dc17-4a31-a5d0-3e6bc38daef5" providerId="ADAL" clId="{A82C0977-5C3D-44D8-98CC-557D4E1FBD0F}" dt="2025-11-28T12:51:31.933" v="53" actId="14100"/>
          <ac:picMkLst>
            <pc:docMk/>
            <pc:sldMk cId="77199502" sldId="298"/>
            <ac:picMk id="3" creationId="{993C3012-8FBB-59B8-C0F5-DE1D98E5BC5E}"/>
          </ac:picMkLst>
        </pc:picChg>
        <pc:picChg chg="add mod">
          <ac:chgData name="JAKUB NASTA - STUDENT" userId="1bb27371-dc17-4a31-a5d0-3e6bc38daef5" providerId="ADAL" clId="{A82C0977-5C3D-44D8-98CC-557D4E1FBD0F}" dt="2025-11-28T12:51:28.925" v="52" actId="14100"/>
          <ac:picMkLst>
            <pc:docMk/>
            <pc:sldMk cId="77199502" sldId="298"/>
            <ac:picMk id="5" creationId="{98DAE6D2-A5E4-36CC-99E5-18AF79BAE79F}"/>
          </ac:picMkLst>
        </pc:picChg>
        <pc:picChg chg="add mod">
          <ac:chgData name="JAKUB NASTA - STUDENT" userId="1bb27371-dc17-4a31-a5d0-3e6bc38daef5" providerId="ADAL" clId="{A82C0977-5C3D-44D8-98CC-557D4E1FBD0F}" dt="2025-11-28T12:51:50.629" v="55" actId="1076"/>
          <ac:picMkLst>
            <pc:docMk/>
            <pc:sldMk cId="77199502" sldId="298"/>
            <ac:picMk id="8" creationId="{701AB7A4-8E41-D522-76AC-3838D23E25BE}"/>
          </ac:picMkLst>
        </pc:picChg>
      </pc:sldChg>
      <pc:sldChg chg="addSp delSp modSp add mod">
        <pc:chgData name="JAKUB NASTA - STUDENT" userId="1bb27371-dc17-4a31-a5d0-3e6bc38daef5" providerId="ADAL" clId="{A82C0977-5C3D-44D8-98CC-557D4E1FBD0F}" dt="2025-11-28T12:55:33.989" v="79" actId="1076"/>
        <pc:sldMkLst>
          <pc:docMk/>
          <pc:sldMk cId="134227394" sldId="299"/>
        </pc:sldMkLst>
        <pc:picChg chg="add mod">
          <ac:chgData name="JAKUB NASTA - STUDENT" userId="1bb27371-dc17-4a31-a5d0-3e6bc38daef5" providerId="ADAL" clId="{A82C0977-5C3D-44D8-98CC-557D4E1FBD0F}" dt="2025-11-28T12:54:12.282" v="69" actId="1076"/>
          <ac:picMkLst>
            <pc:docMk/>
            <pc:sldMk cId="134227394" sldId="299"/>
            <ac:picMk id="4" creationId="{6D18FB39-8E4B-32EF-07C0-ED01BDFDFED7}"/>
          </ac:picMkLst>
        </pc:picChg>
        <pc:picChg chg="add mod">
          <ac:chgData name="JAKUB NASTA - STUDENT" userId="1bb27371-dc17-4a31-a5d0-3e6bc38daef5" providerId="ADAL" clId="{A82C0977-5C3D-44D8-98CC-557D4E1FBD0F}" dt="2025-11-28T12:55:17.532" v="77" actId="14100"/>
          <ac:picMkLst>
            <pc:docMk/>
            <pc:sldMk cId="134227394" sldId="299"/>
            <ac:picMk id="7" creationId="{6A9ADDF5-B5AD-D455-9478-9AA2EA8110B6}"/>
          </ac:picMkLst>
        </pc:picChg>
        <pc:picChg chg="add mod">
          <ac:chgData name="JAKUB NASTA - STUDENT" userId="1bb27371-dc17-4a31-a5d0-3e6bc38daef5" providerId="ADAL" clId="{A82C0977-5C3D-44D8-98CC-557D4E1FBD0F}" dt="2025-11-28T12:55:33.989" v="79" actId="1076"/>
          <ac:picMkLst>
            <pc:docMk/>
            <pc:sldMk cId="134227394" sldId="299"/>
            <ac:picMk id="10" creationId="{43536D35-5588-A1D3-0E84-96CD6E740B39}"/>
          </ac:picMkLst>
        </pc:picChg>
      </pc:sldChg>
      <pc:sldChg chg="addSp delSp modSp add mod ord">
        <pc:chgData name="JAKUB NASTA - STUDENT" userId="1bb27371-dc17-4a31-a5d0-3e6bc38daef5" providerId="ADAL" clId="{A82C0977-5C3D-44D8-98CC-557D4E1FBD0F}" dt="2025-11-28T14:08:01.358" v="298" actId="22"/>
        <pc:sldMkLst>
          <pc:docMk/>
          <pc:sldMk cId="4110506637" sldId="300"/>
        </pc:sldMkLst>
        <pc:picChg chg="add mod">
          <ac:chgData name="JAKUB NASTA - STUDENT" userId="1bb27371-dc17-4a31-a5d0-3e6bc38daef5" providerId="ADAL" clId="{A82C0977-5C3D-44D8-98CC-557D4E1FBD0F}" dt="2025-11-28T13:00:09.957" v="128" actId="14100"/>
          <ac:picMkLst>
            <pc:docMk/>
            <pc:sldMk cId="4110506637" sldId="300"/>
            <ac:picMk id="12" creationId="{83229516-51FF-290D-1E84-ADFEE8474E2A}"/>
          </ac:picMkLst>
        </pc:picChg>
        <pc:picChg chg="add mod">
          <ac:chgData name="JAKUB NASTA - STUDENT" userId="1bb27371-dc17-4a31-a5d0-3e6bc38daef5" providerId="ADAL" clId="{A82C0977-5C3D-44D8-98CC-557D4E1FBD0F}" dt="2025-11-28T13:00:19.133" v="129" actId="14100"/>
          <ac:picMkLst>
            <pc:docMk/>
            <pc:sldMk cId="4110506637" sldId="300"/>
            <ac:picMk id="14" creationId="{9D75FC5A-2498-DD13-F535-A1C45D2B2FC6}"/>
          </ac:picMkLst>
        </pc:picChg>
        <pc:picChg chg="add mod">
          <ac:chgData name="JAKUB NASTA - STUDENT" userId="1bb27371-dc17-4a31-a5d0-3e6bc38daef5" providerId="ADAL" clId="{A82C0977-5C3D-44D8-98CC-557D4E1FBD0F}" dt="2025-11-28T13:00:00.846" v="127" actId="1076"/>
          <ac:picMkLst>
            <pc:docMk/>
            <pc:sldMk cId="4110506637" sldId="300"/>
            <ac:picMk id="16" creationId="{A31C522E-6FE7-FE2F-642A-67664D547DEF}"/>
          </ac:picMkLst>
        </pc:picChg>
      </pc:sldChg>
      <pc:sldChg chg="addSp delSp modSp add mod">
        <pc:chgData name="JAKUB NASTA - STUDENT" userId="1bb27371-dc17-4a31-a5d0-3e6bc38daef5" providerId="ADAL" clId="{A82C0977-5C3D-44D8-98CC-557D4E1FBD0F}" dt="2025-11-28T13:28:34.762" v="178" actId="14100"/>
        <pc:sldMkLst>
          <pc:docMk/>
          <pc:sldMk cId="17861035" sldId="301"/>
        </pc:sldMkLst>
        <pc:picChg chg="add mod">
          <ac:chgData name="JAKUB NASTA - STUDENT" userId="1bb27371-dc17-4a31-a5d0-3e6bc38daef5" providerId="ADAL" clId="{A82C0977-5C3D-44D8-98CC-557D4E1FBD0F}" dt="2025-11-28T13:28:02.094" v="174" actId="1076"/>
          <ac:picMkLst>
            <pc:docMk/>
            <pc:sldMk cId="17861035" sldId="301"/>
            <ac:picMk id="5" creationId="{8B9F3F87-1384-B7D6-58D4-829ABE049C3B}"/>
          </ac:picMkLst>
        </pc:picChg>
        <pc:picChg chg="add mod">
          <ac:chgData name="JAKUB NASTA - STUDENT" userId="1bb27371-dc17-4a31-a5d0-3e6bc38daef5" providerId="ADAL" clId="{A82C0977-5C3D-44D8-98CC-557D4E1FBD0F}" dt="2025-11-28T13:27:59.157" v="173" actId="1076"/>
          <ac:picMkLst>
            <pc:docMk/>
            <pc:sldMk cId="17861035" sldId="301"/>
            <ac:picMk id="7" creationId="{16FBD7A3-3931-1516-9DDD-547985563A73}"/>
          </ac:picMkLst>
        </pc:picChg>
        <pc:picChg chg="add mod">
          <ac:chgData name="JAKUB NASTA - STUDENT" userId="1bb27371-dc17-4a31-a5d0-3e6bc38daef5" providerId="ADAL" clId="{A82C0977-5C3D-44D8-98CC-557D4E1FBD0F}" dt="2025-11-28T13:28:34.762" v="178" actId="14100"/>
          <ac:picMkLst>
            <pc:docMk/>
            <pc:sldMk cId="17861035" sldId="301"/>
            <ac:picMk id="9" creationId="{5287D946-FDC1-EE84-DF05-657CAE5E0675}"/>
          </ac:picMkLst>
        </pc:picChg>
      </pc:sldChg>
      <pc:sldChg chg="addSp delSp modSp new mod">
        <pc:chgData name="JAKUB NASTA - STUDENT" userId="1bb27371-dc17-4a31-a5d0-3e6bc38daef5" providerId="ADAL" clId="{A82C0977-5C3D-44D8-98CC-557D4E1FBD0F}" dt="2025-11-28T13:22:27.870" v="157" actId="1076"/>
        <pc:sldMkLst>
          <pc:docMk/>
          <pc:sldMk cId="384371089" sldId="302"/>
        </pc:sldMkLst>
        <pc:picChg chg="add mod">
          <ac:chgData name="JAKUB NASTA - STUDENT" userId="1bb27371-dc17-4a31-a5d0-3e6bc38daef5" providerId="ADAL" clId="{A82C0977-5C3D-44D8-98CC-557D4E1FBD0F}" dt="2025-11-28T13:22:27.870" v="157" actId="1076"/>
          <ac:picMkLst>
            <pc:docMk/>
            <pc:sldMk cId="384371089" sldId="302"/>
            <ac:picMk id="6" creationId="{F8030CEC-C61C-90B4-78E3-0C67397BF6ED}"/>
          </ac:picMkLst>
        </pc:picChg>
      </pc:sldChg>
      <pc:sldChg chg="addSp delSp modSp new mod">
        <pc:chgData name="JAKUB NASTA - STUDENT" userId="1bb27371-dc17-4a31-a5d0-3e6bc38daef5" providerId="ADAL" clId="{A82C0977-5C3D-44D8-98CC-557D4E1FBD0F}" dt="2025-11-28T13:23:44.046" v="162" actId="1076"/>
        <pc:sldMkLst>
          <pc:docMk/>
          <pc:sldMk cId="3212998446" sldId="303"/>
        </pc:sldMkLst>
        <pc:picChg chg="add mod">
          <ac:chgData name="JAKUB NASTA - STUDENT" userId="1bb27371-dc17-4a31-a5d0-3e6bc38daef5" providerId="ADAL" clId="{A82C0977-5C3D-44D8-98CC-557D4E1FBD0F}" dt="2025-11-28T13:23:44.046" v="162" actId="1076"/>
          <ac:picMkLst>
            <pc:docMk/>
            <pc:sldMk cId="3212998446" sldId="303"/>
            <ac:picMk id="6" creationId="{C407BBC8-772C-5646-87B2-8AD8578B3AA3}"/>
          </ac:picMkLst>
        </pc:picChg>
      </pc:sldChg>
      <pc:sldChg chg="addSp delSp modSp new mod">
        <pc:chgData name="JAKUB NASTA - STUDENT" userId="1bb27371-dc17-4a31-a5d0-3e6bc38daef5" providerId="ADAL" clId="{A82C0977-5C3D-44D8-98CC-557D4E1FBD0F}" dt="2025-11-28T13:25:01.485" v="168" actId="1076"/>
        <pc:sldMkLst>
          <pc:docMk/>
          <pc:sldMk cId="2989935195" sldId="304"/>
        </pc:sldMkLst>
        <pc:picChg chg="add mod">
          <ac:chgData name="JAKUB NASTA - STUDENT" userId="1bb27371-dc17-4a31-a5d0-3e6bc38daef5" providerId="ADAL" clId="{A82C0977-5C3D-44D8-98CC-557D4E1FBD0F}" dt="2025-11-28T13:24:22.311" v="166" actId="1076"/>
          <ac:picMkLst>
            <pc:docMk/>
            <pc:sldMk cId="2989935195" sldId="304"/>
            <ac:picMk id="6" creationId="{A1D3A1E2-1F6E-2ADD-2480-EA76E025CE23}"/>
          </ac:picMkLst>
        </pc:picChg>
        <pc:picChg chg="add mod">
          <ac:chgData name="JAKUB NASTA - STUDENT" userId="1bb27371-dc17-4a31-a5d0-3e6bc38daef5" providerId="ADAL" clId="{A82C0977-5C3D-44D8-98CC-557D4E1FBD0F}" dt="2025-11-28T13:25:01.485" v="168" actId="1076"/>
          <ac:picMkLst>
            <pc:docMk/>
            <pc:sldMk cId="2989935195" sldId="304"/>
            <ac:picMk id="8" creationId="{9907DA90-ADDC-9924-C6A2-329F2B624869}"/>
          </ac:picMkLst>
        </pc:picChg>
      </pc:sldChg>
      <pc:sldChg chg="addSp delSp modSp add mod">
        <pc:chgData name="JAKUB NASTA - STUDENT" userId="1bb27371-dc17-4a31-a5d0-3e6bc38daef5" providerId="ADAL" clId="{A82C0977-5C3D-44D8-98CC-557D4E1FBD0F}" dt="2025-11-28T13:30:29.209" v="202" actId="1076"/>
        <pc:sldMkLst>
          <pc:docMk/>
          <pc:sldMk cId="3656133717" sldId="305"/>
        </pc:sldMkLst>
        <pc:picChg chg="add mod">
          <ac:chgData name="JAKUB NASTA - STUDENT" userId="1bb27371-dc17-4a31-a5d0-3e6bc38daef5" providerId="ADAL" clId="{A82C0977-5C3D-44D8-98CC-557D4E1FBD0F}" dt="2025-11-28T13:29:27.705" v="182" actId="1076"/>
          <ac:picMkLst>
            <pc:docMk/>
            <pc:sldMk cId="3656133717" sldId="305"/>
            <ac:picMk id="3" creationId="{BE43D9AD-5B3B-122E-73CD-A39C4788A5F6}"/>
          </ac:picMkLst>
        </pc:picChg>
        <pc:picChg chg="add mod">
          <ac:chgData name="JAKUB NASTA - STUDENT" userId="1bb27371-dc17-4a31-a5d0-3e6bc38daef5" providerId="ADAL" clId="{A82C0977-5C3D-44D8-98CC-557D4E1FBD0F}" dt="2025-11-28T13:30:28.863" v="201" actId="14100"/>
          <ac:picMkLst>
            <pc:docMk/>
            <pc:sldMk cId="3656133717" sldId="305"/>
            <ac:picMk id="6" creationId="{EF51589A-AB9D-3E2C-790D-80C7055BF353}"/>
          </ac:picMkLst>
        </pc:picChg>
        <pc:picChg chg="add mod">
          <ac:chgData name="JAKUB NASTA - STUDENT" userId="1bb27371-dc17-4a31-a5d0-3e6bc38daef5" providerId="ADAL" clId="{A82C0977-5C3D-44D8-98CC-557D4E1FBD0F}" dt="2025-11-28T13:30:29.209" v="202" actId="1076"/>
          <ac:picMkLst>
            <pc:docMk/>
            <pc:sldMk cId="3656133717" sldId="305"/>
            <ac:picMk id="10" creationId="{D55E96CF-D33B-44A7-5E0E-4592A9D7B117}"/>
          </ac:picMkLst>
        </pc:picChg>
      </pc:sldChg>
      <pc:sldChg chg="addSp delSp modSp add mod">
        <pc:chgData name="JAKUB NASTA - STUDENT" userId="1bb27371-dc17-4a31-a5d0-3e6bc38daef5" providerId="ADAL" clId="{A82C0977-5C3D-44D8-98CC-557D4E1FBD0F}" dt="2025-11-28T13:58:04.689" v="222" actId="1076"/>
        <pc:sldMkLst>
          <pc:docMk/>
          <pc:sldMk cId="407322054" sldId="306"/>
        </pc:sldMkLst>
        <pc:picChg chg="add mod">
          <ac:chgData name="JAKUB NASTA - STUDENT" userId="1bb27371-dc17-4a31-a5d0-3e6bc38daef5" providerId="ADAL" clId="{A82C0977-5C3D-44D8-98CC-557D4E1FBD0F}" dt="2025-11-28T13:56:34.285" v="221" actId="14100"/>
          <ac:picMkLst>
            <pc:docMk/>
            <pc:sldMk cId="407322054" sldId="306"/>
            <ac:picMk id="4" creationId="{6BC56745-E5BA-9864-9221-28A15CA38485}"/>
          </ac:picMkLst>
        </pc:picChg>
        <pc:picChg chg="add mod">
          <ac:chgData name="JAKUB NASTA - STUDENT" userId="1bb27371-dc17-4a31-a5d0-3e6bc38daef5" providerId="ADAL" clId="{A82C0977-5C3D-44D8-98CC-557D4E1FBD0F}" dt="2025-11-28T13:58:04.689" v="222" actId="1076"/>
          <ac:picMkLst>
            <pc:docMk/>
            <pc:sldMk cId="407322054" sldId="306"/>
            <ac:picMk id="9" creationId="{8B47FD3D-3272-D267-3851-78A93BBD1B7B}"/>
          </ac:picMkLst>
        </pc:picChg>
        <pc:picChg chg="add mod">
          <ac:chgData name="JAKUB NASTA - STUDENT" userId="1bb27371-dc17-4a31-a5d0-3e6bc38daef5" providerId="ADAL" clId="{A82C0977-5C3D-44D8-98CC-557D4E1FBD0F}" dt="2025-11-28T13:56:31.965" v="220" actId="1076"/>
          <ac:picMkLst>
            <pc:docMk/>
            <pc:sldMk cId="407322054" sldId="306"/>
            <ac:picMk id="12" creationId="{B196ED83-160F-AF5A-7CB9-14325660597A}"/>
          </ac:picMkLst>
        </pc:picChg>
      </pc:sldChg>
      <pc:sldChg chg="addSp delSp modSp add mod">
        <pc:chgData name="JAKUB NASTA - STUDENT" userId="1bb27371-dc17-4a31-a5d0-3e6bc38daef5" providerId="ADAL" clId="{A82C0977-5C3D-44D8-98CC-557D4E1FBD0F}" dt="2025-11-28T14:00:42.850" v="239" actId="1076"/>
        <pc:sldMkLst>
          <pc:docMk/>
          <pc:sldMk cId="1350942533" sldId="307"/>
        </pc:sldMkLst>
        <pc:picChg chg="add mod">
          <ac:chgData name="JAKUB NASTA - STUDENT" userId="1bb27371-dc17-4a31-a5d0-3e6bc38daef5" providerId="ADAL" clId="{A82C0977-5C3D-44D8-98CC-557D4E1FBD0F}" dt="2025-11-28T13:59:08.422" v="226" actId="1076"/>
          <ac:picMkLst>
            <pc:docMk/>
            <pc:sldMk cId="1350942533" sldId="307"/>
            <ac:picMk id="3" creationId="{372A054D-5104-B469-018A-094D629E9C66}"/>
          </ac:picMkLst>
        </pc:picChg>
        <pc:picChg chg="add mod">
          <ac:chgData name="JAKUB NASTA - STUDENT" userId="1bb27371-dc17-4a31-a5d0-3e6bc38daef5" providerId="ADAL" clId="{A82C0977-5C3D-44D8-98CC-557D4E1FBD0F}" dt="2025-11-28T13:59:48.194" v="231" actId="14100"/>
          <ac:picMkLst>
            <pc:docMk/>
            <pc:sldMk cId="1350942533" sldId="307"/>
            <ac:picMk id="6" creationId="{AC97BDC6-FAB7-BB57-3F37-BE002D6C8F93}"/>
          </ac:picMkLst>
        </pc:picChg>
        <pc:picChg chg="add mod">
          <ac:chgData name="JAKUB NASTA - STUDENT" userId="1bb27371-dc17-4a31-a5d0-3e6bc38daef5" providerId="ADAL" clId="{A82C0977-5C3D-44D8-98CC-557D4E1FBD0F}" dt="2025-11-28T14:00:42.850" v="239" actId="1076"/>
          <ac:picMkLst>
            <pc:docMk/>
            <pc:sldMk cId="1350942533" sldId="307"/>
            <ac:picMk id="8" creationId="{F13C00C2-728A-0572-8FD0-C904FEB4B921}"/>
          </ac:picMkLst>
        </pc:picChg>
      </pc:sldChg>
      <pc:sldChg chg="addSp delSp modSp add mod ord">
        <pc:chgData name="JAKUB NASTA - STUDENT" userId="1bb27371-dc17-4a31-a5d0-3e6bc38daef5" providerId="ADAL" clId="{A82C0977-5C3D-44D8-98CC-557D4E1FBD0F}" dt="2025-11-28T14:03:24.217" v="256" actId="14100"/>
        <pc:sldMkLst>
          <pc:docMk/>
          <pc:sldMk cId="1185467754" sldId="308"/>
        </pc:sldMkLst>
        <pc:picChg chg="add mod">
          <ac:chgData name="JAKUB NASTA - STUDENT" userId="1bb27371-dc17-4a31-a5d0-3e6bc38daef5" providerId="ADAL" clId="{A82C0977-5C3D-44D8-98CC-557D4E1FBD0F}" dt="2025-11-28T14:02:04.952" v="247" actId="1076"/>
          <ac:picMkLst>
            <pc:docMk/>
            <pc:sldMk cId="1185467754" sldId="308"/>
            <ac:picMk id="3" creationId="{F6E2BD7A-529E-A3A9-39FF-EEE5559E6194}"/>
          </ac:picMkLst>
        </pc:picChg>
        <pc:picChg chg="add mod">
          <ac:chgData name="JAKUB NASTA - STUDENT" userId="1bb27371-dc17-4a31-a5d0-3e6bc38daef5" providerId="ADAL" clId="{A82C0977-5C3D-44D8-98CC-557D4E1FBD0F}" dt="2025-11-28T14:02:53.163" v="250" actId="1076"/>
          <ac:picMkLst>
            <pc:docMk/>
            <pc:sldMk cId="1185467754" sldId="308"/>
            <ac:picMk id="6" creationId="{348785B1-4FCD-E388-E543-70D92753CD99}"/>
          </ac:picMkLst>
        </pc:picChg>
        <pc:picChg chg="add mod">
          <ac:chgData name="JAKUB NASTA - STUDENT" userId="1bb27371-dc17-4a31-a5d0-3e6bc38daef5" providerId="ADAL" clId="{A82C0977-5C3D-44D8-98CC-557D4E1FBD0F}" dt="2025-11-28T14:03:24.217" v="256" actId="14100"/>
          <ac:picMkLst>
            <pc:docMk/>
            <pc:sldMk cId="1185467754" sldId="308"/>
            <ac:picMk id="9" creationId="{251E0A2D-27F8-2AAE-F340-92D8CE31C1AD}"/>
          </ac:picMkLst>
        </pc:picChg>
      </pc:sldChg>
      <pc:sldChg chg="addSp delSp modSp add mod ord">
        <pc:chgData name="JAKUB NASTA - STUDENT" userId="1bb27371-dc17-4a31-a5d0-3e6bc38daef5" providerId="ADAL" clId="{A82C0977-5C3D-44D8-98CC-557D4E1FBD0F}" dt="2025-11-28T14:05:47.991" v="284" actId="14100"/>
        <pc:sldMkLst>
          <pc:docMk/>
          <pc:sldMk cId="3870519640" sldId="309"/>
        </pc:sldMkLst>
        <pc:picChg chg="add mod">
          <ac:chgData name="JAKUB NASTA - STUDENT" userId="1bb27371-dc17-4a31-a5d0-3e6bc38daef5" providerId="ADAL" clId="{A82C0977-5C3D-44D8-98CC-557D4E1FBD0F}" dt="2025-11-28T14:05:43.605" v="282" actId="1076"/>
          <ac:picMkLst>
            <pc:docMk/>
            <pc:sldMk cId="3870519640" sldId="309"/>
            <ac:picMk id="4" creationId="{B59DFF9E-C179-AD51-4D42-3EF51A6854E2}"/>
          </ac:picMkLst>
        </pc:picChg>
        <pc:picChg chg="add mod">
          <ac:chgData name="JAKUB NASTA - STUDENT" userId="1bb27371-dc17-4a31-a5d0-3e6bc38daef5" providerId="ADAL" clId="{A82C0977-5C3D-44D8-98CC-557D4E1FBD0F}" dt="2025-11-28T14:04:30.430" v="268" actId="1076"/>
          <ac:picMkLst>
            <pc:docMk/>
            <pc:sldMk cId="3870519640" sldId="309"/>
            <ac:picMk id="7" creationId="{85CE0389-82FA-3861-1C9F-2030E6A6A18E}"/>
          </ac:picMkLst>
        </pc:picChg>
        <pc:picChg chg="add mod">
          <ac:chgData name="JAKUB NASTA - STUDENT" userId="1bb27371-dc17-4a31-a5d0-3e6bc38daef5" providerId="ADAL" clId="{A82C0977-5C3D-44D8-98CC-557D4E1FBD0F}" dt="2025-11-28T14:05:47.991" v="284" actId="14100"/>
          <ac:picMkLst>
            <pc:docMk/>
            <pc:sldMk cId="3870519640" sldId="309"/>
            <ac:picMk id="12" creationId="{F3124AC3-FDB0-28C6-5BC1-FD9BBAF440F3}"/>
          </ac:picMkLst>
        </pc:picChg>
      </pc:sldChg>
      <pc:sldChg chg="addSp delSp modSp add mod ord">
        <pc:chgData name="JAKUB NASTA - STUDENT" userId="1bb27371-dc17-4a31-a5d0-3e6bc38daef5" providerId="ADAL" clId="{A82C0977-5C3D-44D8-98CC-557D4E1FBD0F}" dt="2025-11-28T14:09:28.065" v="314" actId="14100"/>
        <pc:sldMkLst>
          <pc:docMk/>
          <pc:sldMk cId="2902354458" sldId="310"/>
        </pc:sldMkLst>
        <pc:picChg chg="add mod">
          <ac:chgData name="JAKUB NASTA - STUDENT" userId="1bb27371-dc17-4a31-a5d0-3e6bc38daef5" providerId="ADAL" clId="{A82C0977-5C3D-44D8-98CC-557D4E1FBD0F}" dt="2025-11-28T14:08:22.363" v="300" actId="1076"/>
          <ac:picMkLst>
            <pc:docMk/>
            <pc:sldMk cId="2902354458" sldId="310"/>
            <ac:picMk id="4" creationId="{2E6E3B3A-D52A-68C2-5E20-1E66C31E73DF}"/>
          </ac:picMkLst>
        </pc:picChg>
        <pc:picChg chg="add mod">
          <ac:chgData name="JAKUB NASTA - STUDENT" userId="1bb27371-dc17-4a31-a5d0-3e6bc38daef5" providerId="ADAL" clId="{A82C0977-5C3D-44D8-98CC-557D4E1FBD0F}" dt="2025-11-28T14:09:07.292" v="307" actId="1076"/>
          <ac:picMkLst>
            <pc:docMk/>
            <pc:sldMk cId="2902354458" sldId="310"/>
            <ac:picMk id="7" creationId="{E2A880F2-3BE5-FDA9-0D55-BC130276CBC9}"/>
          </ac:picMkLst>
        </pc:picChg>
        <pc:picChg chg="add mod">
          <ac:chgData name="JAKUB NASTA - STUDENT" userId="1bb27371-dc17-4a31-a5d0-3e6bc38daef5" providerId="ADAL" clId="{A82C0977-5C3D-44D8-98CC-557D4E1FBD0F}" dt="2025-11-28T14:09:28.065" v="314" actId="14100"/>
          <ac:picMkLst>
            <pc:docMk/>
            <pc:sldMk cId="2902354458" sldId="310"/>
            <ac:picMk id="10" creationId="{E3A6A282-77F2-B03F-2B1E-2D1E53BB04C1}"/>
          </ac:picMkLst>
        </pc:picChg>
      </pc:sldChg>
      <pc:sldChg chg="add">
        <pc:chgData name="JAKUB NASTA - STUDENT" userId="1bb27371-dc17-4a31-a5d0-3e6bc38daef5" providerId="ADAL" clId="{A82C0977-5C3D-44D8-98CC-557D4E1FBD0F}" dt="2025-11-28T14:10:07.126" v="315"/>
        <pc:sldMkLst>
          <pc:docMk/>
          <pc:sldMk cId="1713021134" sldId="312"/>
        </pc:sldMkLst>
      </pc:sldChg>
      <pc:sldChg chg="addSp delSp modSp new mod modClrScheme chgLayout">
        <pc:chgData name="JAKUB NASTA - STUDENT" userId="1bb27371-dc17-4a31-a5d0-3e6bc38daef5" providerId="ADAL" clId="{A82C0977-5C3D-44D8-98CC-557D4E1FBD0F}" dt="2025-11-28T14:48:39.922" v="347" actId="1076"/>
        <pc:sldMkLst>
          <pc:docMk/>
          <pc:sldMk cId="1892873962" sldId="313"/>
        </pc:sldMkLst>
        <pc:spChg chg="add mod">
          <ac:chgData name="JAKUB NASTA - STUDENT" userId="1bb27371-dc17-4a31-a5d0-3e6bc38daef5" providerId="ADAL" clId="{A82C0977-5C3D-44D8-98CC-557D4E1FBD0F}" dt="2025-11-28T14:48:39.922" v="347" actId="1076"/>
          <ac:spMkLst>
            <pc:docMk/>
            <pc:sldMk cId="1892873962" sldId="313"/>
            <ac:spMk id="11" creationId="{49629A7F-FA5C-2449-5DF3-A17074288A05}"/>
          </ac:spMkLst>
        </pc:spChg>
        <pc:picChg chg="add mod">
          <ac:chgData name="JAKUB NASTA - STUDENT" userId="1bb27371-dc17-4a31-a5d0-3e6bc38daef5" providerId="ADAL" clId="{A82C0977-5C3D-44D8-98CC-557D4E1FBD0F}" dt="2025-11-28T14:46:09.697" v="338" actId="1076"/>
          <ac:picMkLst>
            <pc:docMk/>
            <pc:sldMk cId="1892873962" sldId="313"/>
            <ac:picMk id="6" creationId="{0D9A39F4-27C7-2B9F-DA4E-B74D3D63BD55}"/>
          </ac:picMkLst>
        </pc:picChg>
      </pc:sldChg>
      <pc:sldChg chg="modSp add mod ord">
        <pc:chgData name="JAKUB NASTA - STUDENT" userId="1bb27371-dc17-4a31-a5d0-3e6bc38daef5" providerId="ADAL" clId="{A82C0977-5C3D-44D8-98CC-557D4E1FBD0F}" dt="2025-11-30T21:55:46.900" v="1003"/>
        <pc:sldMkLst>
          <pc:docMk/>
          <pc:sldMk cId="2728848605" sldId="314"/>
        </pc:sldMkLst>
        <pc:spChg chg="mod">
          <ac:chgData name="JAKUB NASTA - STUDENT" userId="1bb27371-dc17-4a31-a5d0-3e6bc38daef5" providerId="ADAL" clId="{A82C0977-5C3D-44D8-98CC-557D4E1FBD0F}" dt="2025-11-28T14:48:22.197" v="344" actId="1076"/>
          <ac:spMkLst>
            <pc:docMk/>
            <pc:sldMk cId="2728848605" sldId="314"/>
            <ac:spMk id="10" creationId="{765FCAE4-E05D-5CDF-AC8C-AB478ECD1A2D}"/>
          </ac:spMkLst>
        </pc:spChg>
      </pc:sldChg>
      <pc:sldChg chg="modSp add mod ord">
        <pc:chgData name="JAKUB NASTA - STUDENT" userId="1bb27371-dc17-4a31-a5d0-3e6bc38daef5" providerId="ADAL" clId="{A82C0977-5C3D-44D8-98CC-557D4E1FBD0F}" dt="2025-11-30T21:55:46.900" v="1003"/>
        <pc:sldMkLst>
          <pc:docMk/>
          <pc:sldMk cId="401448250" sldId="315"/>
        </pc:sldMkLst>
        <pc:spChg chg="mod">
          <ac:chgData name="JAKUB NASTA - STUDENT" userId="1bb27371-dc17-4a31-a5d0-3e6bc38daef5" providerId="ADAL" clId="{A82C0977-5C3D-44D8-98CC-557D4E1FBD0F}" dt="2025-11-28T14:48:09.626" v="341" actId="1076"/>
          <ac:spMkLst>
            <pc:docMk/>
            <pc:sldMk cId="401448250" sldId="315"/>
            <ac:spMk id="14" creationId="{310566ED-E50D-868E-F3D2-84283E2B6613}"/>
          </ac:spMkLst>
        </pc:spChg>
      </pc:sldChg>
      <pc:sldChg chg="addSp delSp modSp new mod">
        <pc:chgData name="JAKUB NASTA - STUDENT" userId="1bb27371-dc17-4a31-a5d0-3e6bc38daef5" providerId="ADAL" clId="{A82C0977-5C3D-44D8-98CC-557D4E1FBD0F}" dt="2025-11-28T15:02:31.846" v="897" actId="20577"/>
        <pc:sldMkLst>
          <pc:docMk/>
          <pc:sldMk cId="3493456417" sldId="316"/>
        </pc:sldMkLst>
        <pc:spChg chg="mod">
          <ac:chgData name="JAKUB NASTA - STUDENT" userId="1bb27371-dc17-4a31-a5d0-3e6bc38daef5" providerId="ADAL" clId="{A82C0977-5C3D-44D8-98CC-557D4E1FBD0F}" dt="2025-11-28T15:02:20.231" v="896" actId="14100"/>
          <ac:spMkLst>
            <pc:docMk/>
            <pc:sldMk cId="3493456417" sldId="316"/>
            <ac:spMk id="2" creationId="{79DDABEB-E802-9F8C-3E1A-18B4772123E6}"/>
          </ac:spMkLst>
        </pc:spChg>
        <pc:spChg chg="add mod">
          <ac:chgData name="JAKUB NASTA - STUDENT" userId="1bb27371-dc17-4a31-a5d0-3e6bc38daef5" providerId="ADAL" clId="{A82C0977-5C3D-44D8-98CC-557D4E1FBD0F}" dt="2025-11-28T15:01:02.861" v="891" actId="1076"/>
          <ac:spMkLst>
            <pc:docMk/>
            <pc:sldMk cId="3493456417" sldId="316"/>
            <ac:spMk id="5" creationId="{3570995D-2231-AAF6-55B4-B385FD0A3701}"/>
          </ac:spMkLst>
        </pc:spChg>
        <pc:spChg chg="add mod">
          <ac:chgData name="JAKUB NASTA - STUDENT" userId="1bb27371-dc17-4a31-a5d0-3e6bc38daef5" providerId="ADAL" clId="{A82C0977-5C3D-44D8-98CC-557D4E1FBD0F}" dt="2025-11-28T15:02:00.091" v="892" actId="207"/>
          <ac:spMkLst>
            <pc:docMk/>
            <pc:sldMk cId="3493456417" sldId="316"/>
            <ac:spMk id="7" creationId="{372C4117-44F3-995E-8D15-1BAAAFB8AA1C}"/>
          </ac:spMkLst>
        </pc:spChg>
        <pc:spChg chg="add mod">
          <ac:chgData name="JAKUB NASTA - STUDENT" userId="1bb27371-dc17-4a31-a5d0-3e6bc38daef5" providerId="ADAL" clId="{A82C0977-5C3D-44D8-98CC-557D4E1FBD0F}" dt="2025-11-28T15:02:31.846" v="897" actId="20577"/>
          <ac:spMkLst>
            <pc:docMk/>
            <pc:sldMk cId="3493456417" sldId="316"/>
            <ac:spMk id="9" creationId="{D394D9C3-19ED-CF45-C17C-E8559643F3AB}"/>
          </ac:spMkLst>
        </pc:spChg>
      </pc:sldChg>
      <pc:sldChg chg="modSp mod">
        <pc:chgData name="JAKUB NASTA - STUDENT" userId="1bb27371-dc17-4a31-a5d0-3e6bc38daef5" providerId="ADAL" clId="{A82C0977-5C3D-44D8-98CC-557D4E1FBD0F}" dt="2025-11-30T21:39:30.850" v="926" actId="20577"/>
        <pc:sldMkLst>
          <pc:docMk/>
          <pc:sldMk cId="225543485" sldId="317"/>
        </pc:sldMkLst>
        <pc:spChg chg="mod">
          <ac:chgData name="JAKUB NASTA - STUDENT" userId="1bb27371-dc17-4a31-a5d0-3e6bc38daef5" providerId="ADAL" clId="{A82C0977-5C3D-44D8-98CC-557D4E1FBD0F}" dt="2025-11-30T21:39:30.850" v="926" actId="20577"/>
          <ac:spMkLst>
            <pc:docMk/>
            <pc:sldMk cId="225543485" sldId="317"/>
            <ac:spMk id="2" creationId="{7BCBBDDA-52CD-B0E9-6477-ADC11EBBAE42}"/>
          </ac:spMkLst>
        </pc:spChg>
        <pc:spChg chg="mod">
          <ac:chgData name="JAKUB NASTA - STUDENT" userId="1bb27371-dc17-4a31-a5d0-3e6bc38daef5" providerId="ADAL" clId="{A82C0977-5C3D-44D8-98CC-557D4E1FBD0F}" dt="2025-11-30T21:39:18.564" v="924" actId="5793"/>
          <ac:spMkLst>
            <pc:docMk/>
            <pc:sldMk cId="225543485" sldId="317"/>
            <ac:spMk id="4" creationId="{39122640-D152-5CC8-217D-862824F7208F}"/>
          </ac:spMkLst>
        </pc:spChg>
        <pc:spChg chg="mod">
          <ac:chgData name="JAKUB NASTA - STUDENT" userId="1bb27371-dc17-4a31-a5d0-3e6bc38daef5" providerId="ADAL" clId="{A82C0977-5C3D-44D8-98CC-557D4E1FBD0F}" dt="2025-11-30T21:38:30.055" v="911" actId="20577"/>
          <ac:spMkLst>
            <pc:docMk/>
            <pc:sldMk cId="225543485" sldId="317"/>
            <ac:spMk id="6" creationId="{5D5DB206-0F87-627B-E858-214C58849375}"/>
          </ac:spMkLst>
        </pc:spChg>
      </pc:sldChg>
      <pc:sldChg chg="modSp mod">
        <pc:chgData name="JAKUB NASTA - STUDENT" userId="1bb27371-dc17-4a31-a5d0-3e6bc38daef5" providerId="ADAL" clId="{A82C0977-5C3D-44D8-98CC-557D4E1FBD0F}" dt="2025-11-30T21:55:57.893" v="1007" actId="20577"/>
        <pc:sldMkLst>
          <pc:docMk/>
          <pc:sldMk cId="2897281623" sldId="319"/>
        </pc:sldMkLst>
        <pc:spChg chg="mod">
          <ac:chgData name="JAKUB NASTA - STUDENT" userId="1bb27371-dc17-4a31-a5d0-3e6bc38daef5" providerId="ADAL" clId="{A82C0977-5C3D-44D8-98CC-557D4E1FBD0F}" dt="2025-11-30T21:55:57.893" v="1007" actId="20577"/>
          <ac:spMkLst>
            <pc:docMk/>
            <pc:sldMk cId="2897281623" sldId="319"/>
            <ac:spMk id="5" creationId="{DAA5F9E5-E1F9-CF29-0D58-2D8625408B15}"/>
          </ac:spMkLst>
        </pc:spChg>
      </pc:sldChg>
      <pc:sldChg chg="addSp delSp modSp add mod ord modClrScheme chgLayout">
        <pc:chgData name="JAKUB NASTA - STUDENT" userId="1bb27371-dc17-4a31-a5d0-3e6bc38daef5" providerId="ADAL" clId="{A82C0977-5C3D-44D8-98CC-557D4E1FBD0F}" dt="2025-11-30T21:55:46.900" v="1003"/>
        <pc:sldMkLst>
          <pc:docMk/>
          <pc:sldMk cId="3209682906" sldId="320"/>
        </pc:sldMkLst>
        <pc:spChg chg="add del mod">
          <ac:chgData name="JAKUB NASTA - STUDENT" userId="1bb27371-dc17-4a31-a5d0-3e6bc38daef5" providerId="ADAL" clId="{A82C0977-5C3D-44D8-98CC-557D4E1FBD0F}" dt="2025-11-30T21:52:39.844" v="929" actId="478"/>
          <ac:spMkLst>
            <pc:docMk/>
            <pc:sldMk cId="3209682906" sldId="320"/>
            <ac:spMk id="3" creationId="{D6F9327B-2AF9-B0EB-C123-3C950200F1DD}"/>
          </ac:spMkLst>
        </pc:spChg>
        <pc:spChg chg="add mod ord">
          <ac:chgData name="JAKUB NASTA - STUDENT" userId="1bb27371-dc17-4a31-a5d0-3e6bc38daef5" providerId="ADAL" clId="{A82C0977-5C3D-44D8-98CC-557D4E1FBD0F}" dt="2025-11-30T21:55:16.241" v="1000" actId="1076"/>
          <ac:spMkLst>
            <pc:docMk/>
            <pc:sldMk cId="3209682906" sldId="320"/>
            <ac:spMk id="5" creationId="{8AD66A4D-6F5D-7913-17F7-CC84271398FE}"/>
          </ac:spMkLst>
        </pc:spChg>
        <pc:spChg chg="add mod">
          <ac:chgData name="JAKUB NASTA - STUDENT" userId="1bb27371-dc17-4a31-a5d0-3e6bc38daef5" providerId="ADAL" clId="{A82C0977-5C3D-44D8-98CC-557D4E1FBD0F}" dt="2025-11-30T21:55:19.806" v="1001" actId="1076"/>
          <ac:spMkLst>
            <pc:docMk/>
            <pc:sldMk cId="3209682906" sldId="320"/>
            <ac:spMk id="6" creationId="{5958D195-45F3-8307-6237-53E7A33D808E}"/>
          </ac:spMkLst>
        </pc:spChg>
        <pc:spChg chg="del">
          <ac:chgData name="JAKUB NASTA - STUDENT" userId="1bb27371-dc17-4a31-a5d0-3e6bc38daef5" providerId="ADAL" clId="{A82C0977-5C3D-44D8-98CC-557D4E1FBD0F}" dt="2025-11-30T21:52:36.780" v="928" actId="478"/>
          <ac:spMkLst>
            <pc:docMk/>
            <pc:sldMk cId="3209682906" sldId="320"/>
            <ac:spMk id="10" creationId="{18515918-E9B6-B920-7039-3D1061F5C171}"/>
          </ac:spMkLst>
        </pc:spChg>
        <pc:spChg chg="add del mod">
          <ac:chgData name="JAKUB NASTA - STUDENT" userId="1bb27371-dc17-4a31-a5d0-3e6bc38daef5" providerId="ADAL" clId="{A82C0977-5C3D-44D8-98CC-557D4E1FBD0F}" dt="2025-11-30T21:55:06.289" v="994" actId="26606"/>
          <ac:spMkLst>
            <pc:docMk/>
            <pc:sldMk cId="3209682906" sldId="320"/>
            <ac:spMk id="11" creationId="{6BE1B89C-7FEB-9BB0-7050-97DC4BD2A72B}"/>
          </ac:spMkLst>
        </pc:spChg>
        <pc:picChg chg="del">
          <ac:chgData name="JAKUB NASTA - STUDENT" userId="1bb27371-dc17-4a31-a5d0-3e6bc38daef5" providerId="ADAL" clId="{A82C0977-5C3D-44D8-98CC-557D4E1FBD0F}" dt="2025-11-30T21:52:36.780" v="928" actId="478"/>
          <ac:picMkLst>
            <pc:docMk/>
            <pc:sldMk cId="3209682906" sldId="320"/>
            <ac:picMk id="7" creationId="{EDD16941-AFAD-0FCC-C706-10D3B3C36F87}"/>
          </ac:picMkLst>
        </pc:picChg>
      </pc:sldChg>
      <pc:sldMasterChg chg="delSldLayout">
        <pc:chgData name="JAKUB NASTA - STUDENT" userId="1bb27371-dc17-4a31-a5d0-3e6bc38daef5" providerId="ADAL" clId="{A82C0977-5C3D-44D8-98CC-557D4E1FBD0F}" dt="2025-11-28T12:45:55.052" v="0" actId="47"/>
        <pc:sldMasterMkLst>
          <pc:docMk/>
          <pc:sldMasterMk cId="1788353970" sldId="2147483648"/>
        </pc:sldMasterMkLst>
      </pc:sldMasterChg>
    </pc:docChg>
  </pc:docChgLst>
  <pc:docChgLst>
    <pc:chgData name="JAKUB NASTA - STUDENT" userId="1bb27371-dc17-4a31-a5d0-3e6bc38daef5" providerId="ADAL" clId="{373AA21B-4D42-42E1-B03F-CF49904A5171}"/>
    <pc:docChg chg="undo custSel modSld">
      <pc:chgData name="JAKUB NASTA - STUDENT" userId="1bb27371-dc17-4a31-a5d0-3e6bc38daef5" providerId="ADAL" clId="{373AA21B-4D42-42E1-B03F-CF49904A5171}" dt="2025-12-01T11:28:18.442" v="1" actId="1076"/>
      <pc:docMkLst>
        <pc:docMk/>
      </pc:docMkLst>
      <pc:sldChg chg="modSp mod">
        <pc:chgData name="JAKUB NASTA - STUDENT" userId="1bb27371-dc17-4a31-a5d0-3e6bc38daef5" providerId="ADAL" clId="{373AA21B-4D42-42E1-B03F-CF49904A5171}" dt="2025-12-01T11:28:18.442" v="1" actId="1076"/>
        <pc:sldMkLst>
          <pc:docMk/>
          <pc:sldMk cId="1325608595" sldId="257"/>
        </pc:sldMkLst>
        <pc:picChg chg="mod">
          <ac:chgData name="JAKUB NASTA - STUDENT" userId="1bb27371-dc17-4a31-a5d0-3e6bc38daef5" providerId="ADAL" clId="{373AA21B-4D42-42E1-B03F-CF49904A5171}" dt="2025-12-01T11:28:18.442" v="1" actId="1076"/>
          <ac:picMkLst>
            <pc:docMk/>
            <pc:sldMk cId="1325608595" sldId="257"/>
            <ac:picMk id="11" creationId="{FFBC0F29-89E7-5464-4AA1-FBD7CBB06E4F}"/>
          </ac:picMkLst>
        </pc:picChg>
      </pc:sldChg>
    </pc:docChg>
  </pc:docChgLst>
  <pc:docChgLst>
    <pc:chgData name="KAUAN RIBEIRO - STUDENT" userId="S::g00431569@atu.ie::c77bdcac-7aa1-4a4b-9ecc-4720dd91159c" providerId="AD" clId="Web-{62C24699-5BC9-8DFD-4332-44C7197F50D3}"/>
    <pc:docChg chg="addSld modSld">
      <pc:chgData name="KAUAN RIBEIRO - STUDENT" userId="S::g00431569@atu.ie::c77bdcac-7aa1-4a4b-9ecc-4720dd91159c" providerId="AD" clId="Web-{62C24699-5BC9-8DFD-4332-44C7197F50D3}" dt="2025-11-28T16:29:06.636" v="167" actId="14100"/>
      <pc:docMkLst>
        <pc:docMk/>
      </pc:docMkLst>
      <pc:sldChg chg="addSp delSp modSp new">
        <pc:chgData name="KAUAN RIBEIRO - STUDENT" userId="S::g00431569@atu.ie::c77bdcac-7aa1-4a4b-9ecc-4720dd91159c" providerId="AD" clId="Web-{62C24699-5BC9-8DFD-4332-44C7197F50D3}" dt="2025-11-28T16:29:06.636" v="167" actId="14100"/>
        <pc:sldMkLst>
          <pc:docMk/>
          <pc:sldMk cId="225543485" sldId="317"/>
        </pc:sldMkLst>
        <pc:spChg chg="mod">
          <ac:chgData name="KAUAN RIBEIRO - STUDENT" userId="S::g00431569@atu.ie::c77bdcac-7aa1-4a4b-9ecc-4720dd91159c" providerId="AD" clId="Web-{62C24699-5BC9-8DFD-4332-44C7197F50D3}" dt="2025-11-28T15:46:16.669" v="14" actId="20577"/>
          <ac:spMkLst>
            <pc:docMk/>
            <pc:sldMk cId="225543485" sldId="317"/>
            <ac:spMk id="2" creationId="{7BCBBDDA-52CD-B0E9-6477-ADC11EBBAE42}"/>
          </ac:spMkLst>
        </pc:spChg>
        <pc:spChg chg="mod">
          <ac:chgData name="KAUAN RIBEIRO - STUDENT" userId="S::g00431569@atu.ie::c77bdcac-7aa1-4a4b-9ecc-4720dd91159c" providerId="AD" clId="Web-{62C24699-5BC9-8DFD-4332-44C7197F50D3}" dt="2025-11-28T16:29:06.636" v="167" actId="14100"/>
          <ac:spMkLst>
            <pc:docMk/>
            <pc:sldMk cId="225543485" sldId="317"/>
            <ac:spMk id="4" creationId="{39122640-D152-5CC8-217D-862824F7208F}"/>
          </ac:spMkLst>
        </pc:spChg>
        <pc:spChg chg="add mod">
          <ac:chgData name="KAUAN RIBEIRO - STUDENT" userId="S::g00431569@atu.ie::c77bdcac-7aa1-4a4b-9ecc-4720dd91159c" providerId="AD" clId="Web-{62C24699-5BC9-8DFD-4332-44C7197F50D3}" dt="2025-11-28T16:29:02.587" v="166" actId="14100"/>
          <ac:spMkLst>
            <pc:docMk/>
            <pc:sldMk cId="225543485" sldId="317"/>
            <ac:spMk id="6" creationId="{5D5DB206-0F87-627B-E858-214C5884937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C2A0F-A97E-67B6-5FE7-F41060C8C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D2372-1C60-7F91-2DF5-A328E1ABF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29E42-CE5D-BAC7-FB53-9FA49488C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BDF53-129C-1DF4-4811-0564EB9D5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99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33518-6EC6-EB2A-31FD-3C9E14408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CB1024-3118-C352-75C5-6AFE1779E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8B5F4-08C9-4AD1-4168-9227D9C08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392C8-F6BD-DAD3-56BC-0336278C5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5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B0320-06FA-A7C9-5817-7809D9336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E0D40-6B6F-3CCD-EB49-6911752BD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942CC-AB0D-F9FE-AFB5-A54657AEE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D43AD-3B3A-1DA9-064D-D2998DAC1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90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E7453-7E67-C8CA-3DE1-E0E1E9FC1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2C8274-776B-B006-EDEB-B12C8AF6B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45BA18-4000-8E3D-5493-D3039DE41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846DB-0D97-320C-F082-931887833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076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D6963-5BEE-37D4-17D9-E9C5F0D52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8A3BDE-9F78-7B37-C3D1-E3B2F62A6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146FDA-BB64-7486-A421-826E48311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9889B-F698-5D88-D622-86DDE06281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40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A291E-2247-D7C1-60E0-D59B43AF2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DFA45-E21F-3AE2-C431-F3BAA614E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023A7-E034-5E7E-C353-15F643C88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F9BD6-13D1-7F9F-25C4-FDFE8DF24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0281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26AD7-2B15-ED78-368B-E782729D7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74BFC-C7F6-DE56-1C6C-E08C892D2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E6117-D0A9-8675-C373-C2C91FCCE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8F347-AE4D-A578-169E-3745A6F49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92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871F6-5782-1D63-29E6-554E0F40E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16989-7AE1-6CCF-0E91-D5F4178D6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8444AB-323B-0BAE-939A-7B9D4E521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AEFC5-0C02-3D51-1884-1778C9B69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175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CC867-89C2-7AA3-43D1-C776E8C9D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8BF325-2017-CCF4-F3C8-9DB98DD93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30427-5B9A-6A8C-0E48-CD5F2D728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6FA0A-7254-CD42-B28C-5E9BBB4A0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6497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53A6E-1C41-8F8A-1BD7-E4C0C277C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59C18-F2A6-D3ED-8B61-D8A2A09F8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896CA-4DDF-CCB5-FBC7-5C53E9113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BBF43-9AD5-C234-D942-5B2D61A8B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374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6A58E-29D2-17BB-57F1-BB8987F07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4558C-F97C-8F94-C818-5CB02C81B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F7FEB9-B56C-D9E7-C7F7-C14A15059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2CB9D-8E54-F892-954F-1438923FA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6040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E4571-B5CC-DDE2-C5D7-ADEEF454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F1FF7-0ACA-A47D-54C0-8371A8C33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FB2CF7-C1F2-A2A4-D477-69B680AB3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C5680-83D8-23C8-9BA4-BFC84B89D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916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43F66-E80F-2E5D-4F57-CA095FF60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BFC3C-3147-F045-6596-B21A0CE77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432B8-C561-1D59-1599-D711685B0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E64CC-F0A3-79C5-1B72-E80E59FAA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812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5EF97-0794-2441-69FF-DC63B9152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FE32D-3C09-C351-1455-EB70E2CA6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F39DE-1CD1-79B7-ED43-14D63D9E2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56055-692C-1CF2-312B-975D46B5E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3671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AD2B4-29A3-FD3B-DE07-683B1B1B8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0C358F-0138-2A17-1412-D2425FCD1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B25249-86BC-A293-B411-6400CD07F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74995-1B89-B4C6-3C47-333D75412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34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0223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61" r:id="rId9"/>
    <p:sldLayoutId id="2147483666" r:id="rId10"/>
    <p:sldLayoutId id="2147483675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e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689859"/>
            <a:ext cx="7096933" cy="1373183"/>
          </a:xfrm>
        </p:spPr>
        <p:txBody>
          <a:bodyPr/>
          <a:lstStyle/>
          <a:p>
            <a:r>
              <a:rPr lang="pl-PL"/>
              <a:t>JJK Solutions</a:t>
            </a:r>
            <a:br>
              <a:rPr lang="pl-PL"/>
            </a:br>
            <a:r>
              <a:rPr lang="pl-PL" sz="2400">
                <a:solidFill>
                  <a:schemeClr val="tx1">
                    <a:lumMod val="65000"/>
                    <a:lumOff val="35000"/>
                  </a:schemeClr>
                </a:solidFill>
              </a:rPr>
              <a:t>Agile </a:t>
            </a:r>
            <a:r>
              <a:rPr lang="pl-PL" sz="240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Inception</a:t>
            </a:r>
            <a:r>
              <a:rPr lang="pl-PL" sz="2400">
                <a:solidFill>
                  <a:schemeClr val="tx1">
                    <a:lumMod val="65000"/>
                    <a:lumOff val="35000"/>
                  </a:schemeClr>
                </a:solidFill>
              </a:rPr>
              <a:t> Deck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Leaves and ripples on a lily pond">
            <a:extLst>
              <a:ext uri="{FF2B5EF4-FFF2-40B4-BE49-F238E27FC236}">
                <a16:creationId xmlns:a16="http://schemas.microsoft.com/office/drawing/2014/main" id="{FFBC0F29-89E7-5464-4AA1-FBD7CBB06E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4323" y="3822080"/>
            <a:ext cx="3150336" cy="5169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b="1"/>
              <a:t>JJK Solutions Team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E06EA1-78C1-78CB-515B-5FD0F8A97D0D}"/>
              </a:ext>
            </a:extLst>
          </p:cNvPr>
          <p:cNvSpPr txBox="1"/>
          <p:nvPr/>
        </p:nvSpPr>
        <p:spPr>
          <a:xfrm>
            <a:off x="4002864" y="2209596"/>
            <a:ext cx="4053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One </a:t>
            </a:r>
            <a:r>
              <a:rPr lang="pl-PL" err="1"/>
              <a:t>search</a:t>
            </a:r>
            <a:r>
              <a:rPr lang="pl-PL"/>
              <a:t> – </a:t>
            </a:r>
            <a:r>
              <a:rPr lang="pl-PL" err="1"/>
              <a:t>many</a:t>
            </a:r>
            <a:r>
              <a:rPr lang="pl-PL"/>
              <a:t> </a:t>
            </a:r>
            <a:r>
              <a:rPr lang="pl-PL" err="1"/>
              <a:t>possibilities</a:t>
            </a:r>
            <a:endParaRPr lang="en-I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A3CA3D-43C4-D5D7-0ACB-554522851911}"/>
              </a:ext>
            </a:extLst>
          </p:cNvPr>
          <p:cNvSpPr txBox="1"/>
          <p:nvPr/>
        </p:nvSpPr>
        <p:spPr>
          <a:xfrm>
            <a:off x="2376847" y="4487679"/>
            <a:ext cx="157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b="1" err="1"/>
              <a:t>Scrum</a:t>
            </a:r>
            <a:r>
              <a:rPr lang="pl-PL" b="1"/>
              <a:t> Master</a:t>
            </a:r>
          </a:p>
          <a:p>
            <a:pPr algn="ctr"/>
            <a:r>
              <a:rPr lang="pl-PL" err="1"/>
              <a:t>Kauan</a:t>
            </a:r>
            <a:r>
              <a:rPr lang="pl-PL"/>
              <a:t> Ribeiro</a:t>
            </a:r>
            <a:endParaRPr lang="en-I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3BA593-EF6D-5239-4A33-F222B7591590}"/>
              </a:ext>
            </a:extLst>
          </p:cNvPr>
          <p:cNvSpPr txBox="1"/>
          <p:nvPr/>
        </p:nvSpPr>
        <p:spPr>
          <a:xfrm>
            <a:off x="4674393" y="4449879"/>
            <a:ext cx="1682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b="1"/>
              <a:t>Product </a:t>
            </a:r>
            <a:r>
              <a:rPr lang="pl-PL" b="1" err="1"/>
              <a:t>Owner</a:t>
            </a:r>
            <a:endParaRPr lang="pl-PL" b="1"/>
          </a:p>
          <a:p>
            <a:pPr algn="ctr"/>
            <a:r>
              <a:rPr lang="pl-PL"/>
              <a:t>Jakub Nasta</a:t>
            </a:r>
            <a:endParaRPr lang="en-I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90B95E-38DF-9CC4-98E0-9EC9EBFA8B79}"/>
              </a:ext>
            </a:extLst>
          </p:cNvPr>
          <p:cNvSpPr txBox="1"/>
          <p:nvPr/>
        </p:nvSpPr>
        <p:spPr>
          <a:xfrm>
            <a:off x="7244659" y="4449879"/>
            <a:ext cx="1528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b="1"/>
              <a:t>Tester</a:t>
            </a:r>
          </a:p>
          <a:p>
            <a:pPr algn="ctr"/>
            <a:r>
              <a:rPr lang="pl-PL"/>
              <a:t>Joy </a:t>
            </a:r>
            <a:r>
              <a:rPr lang="pl-PL" err="1"/>
              <a:t>Howlader</a:t>
            </a:r>
            <a:endParaRPr lang="en-IE"/>
          </a:p>
        </p:txBody>
      </p:sp>
      <p:pic>
        <p:nvPicPr>
          <p:cNvPr id="9" name="Picture 8" descr="A blue and black logo&#10;&#10;AI-generated content may be incorrect.">
            <a:extLst>
              <a:ext uri="{FF2B5EF4-FFF2-40B4-BE49-F238E27FC236}">
                <a16:creationId xmlns:a16="http://schemas.microsoft.com/office/drawing/2014/main" id="{2B20363C-0512-F477-88EC-23AF44EB7F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11328" y1="69456" x2="10938" y2="72803"/>
                        <a14:foregroundMark x1="20313" y1="69456" x2="20313" y2="71548"/>
                        <a14:foregroundMark x1="12109" y1="68619" x2="11328" y2="69038"/>
                        <a14:foregroundMark x1="12891" y1="68201" x2="15234" y2="69038"/>
                        <a14:foregroundMark x1="16016" y1="70293" x2="16406" y2="72385"/>
                        <a14:foregroundMark x1="42188" y1="41004" x2="47266" y2="41841"/>
                        <a14:foregroundMark x1="43359" y1="53975" x2="50391" y2="54393"/>
                        <a14:foregroundMark x1="50391" y1="47699" x2="50391" y2="47699"/>
                        <a14:foregroundMark x1="40234" y1="31381" x2="48047" y2="28870"/>
                        <a14:foregroundMark x1="50000" y1="34310" x2="50000" y2="34310"/>
                        <a14:foregroundMark x1="28906" y1="71967" x2="28906" y2="71967"/>
                        <a14:foregroundMark x1="35938" y1="72803" x2="35938" y2="72803"/>
                        <a14:foregroundMark x1="44531" y1="72803" x2="44531" y2="72803"/>
                        <a14:foregroundMark x1="56641" y1="73222" x2="56641" y2="73222"/>
                        <a14:foregroundMark x1="66797" y1="72803" x2="66797" y2="72803"/>
                        <a14:foregroundMark x1="77344" y1="72803" x2="77344" y2="72803"/>
                        <a14:foregroundMark x1="85547" y1="72385" x2="85547" y2="723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2864" y="-249065"/>
            <a:ext cx="3241795" cy="302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972" y="0"/>
            <a:ext cx="6608508" cy="1832400"/>
          </a:xfrm>
        </p:spPr>
        <p:txBody>
          <a:bodyPr/>
          <a:lstStyle/>
          <a:p>
            <a:r>
              <a:rPr lang="pl-PL" err="1"/>
              <a:t>Why</a:t>
            </a:r>
            <a:r>
              <a:rPr lang="pl-PL"/>
              <a:t> </a:t>
            </a:r>
            <a:r>
              <a:rPr lang="pl-PL" err="1"/>
              <a:t>are</a:t>
            </a:r>
            <a:r>
              <a:rPr lang="pl-PL"/>
              <a:t> we </a:t>
            </a:r>
            <a:r>
              <a:rPr lang="pl-PL" err="1"/>
              <a:t>here</a:t>
            </a:r>
            <a:r>
              <a:rPr lang="pl-PL"/>
              <a:t>?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525DD-F729-1356-E9D8-181B08033A07}"/>
              </a:ext>
            </a:extLst>
          </p:cNvPr>
          <p:cNvSpPr txBox="1"/>
          <p:nvPr/>
        </p:nvSpPr>
        <p:spPr>
          <a:xfrm>
            <a:off x="2750826" y="1609200"/>
            <a:ext cx="714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err="1"/>
              <a:t>Students</a:t>
            </a:r>
            <a:r>
              <a:rPr lang="pl-PL" sz="2400"/>
              <a:t> </a:t>
            </a:r>
            <a:r>
              <a:rPr lang="pl-PL" sz="2400" err="1"/>
              <a:t>struggle</a:t>
            </a:r>
            <a:r>
              <a:rPr lang="pl-PL" sz="2400"/>
              <a:t> to </a:t>
            </a:r>
            <a:r>
              <a:rPr lang="pl-PL" sz="2400" err="1"/>
              <a:t>find</a:t>
            </a:r>
            <a:r>
              <a:rPr lang="pl-PL" sz="2400"/>
              <a:t> part-</a:t>
            </a:r>
            <a:r>
              <a:rPr lang="pl-PL" sz="2400" err="1"/>
              <a:t>time</a:t>
            </a:r>
            <a:r>
              <a:rPr lang="pl-PL" sz="2400"/>
              <a:t> </a:t>
            </a:r>
            <a:r>
              <a:rPr lang="pl-PL" sz="2400" err="1"/>
              <a:t>jobs</a:t>
            </a:r>
            <a:r>
              <a:rPr lang="pl-PL" sz="2400"/>
              <a:t> </a:t>
            </a:r>
            <a:r>
              <a:rPr lang="pl-PL" sz="2400" err="1"/>
              <a:t>that</a:t>
            </a:r>
            <a:r>
              <a:rPr lang="pl-PL" sz="2400"/>
              <a:t> </a:t>
            </a:r>
            <a:r>
              <a:rPr lang="pl-PL" sz="2400" err="1"/>
              <a:t>fit</a:t>
            </a:r>
            <a:r>
              <a:rPr lang="pl-PL" sz="2400"/>
              <a:t> </a:t>
            </a:r>
            <a:r>
              <a:rPr lang="pl-PL" sz="2400" err="1"/>
              <a:t>around</a:t>
            </a:r>
            <a:r>
              <a:rPr lang="pl-PL" sz="2400"/>
              <a:t> </a:t>
            </a:r>
            <a:r>
              <a:rPr lang="pl-PL" sz="2400" err="1"/>
              <a:t>classes</a:t>
            </a:r>
            <a:endParaRPr lang="pl-PL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err="1"/>
              <a:t>Current</a:t>
            </a:r>
            <a:r>
              <a:rPr lang="pl-PL" sz="2400"/>
              <a:t> </a:t>
            </a:r>
            <a:r>
              <a:rPr lang="pl-PL" sz="2400" err="1"/>
              <a:t>job</a:t>
            </a:r>
            <a:r>
              <a:rPr lang="pl-PL" sz="2400"/>
              <a:t> </a:t>
            </a:r>
            <a:r>
              <a:rPr lang="pl-PL" sz="2400" err="1"/>
              <a:t>sites</a:t>
            </a:r>
            <a:r>
              <a:rPr lang="pl-PL" sz="2400"/>
              <a:t> </a:t>
            </a:r>
            <a:r>
              <a:rPr lang="pl-PL" sz="2400" err="1"/>
              <a:t>are</a:t>
            </a:r>
            <a:r>
              <a:rPr lang="pl-PL" sz="2400"/>
              <a:t> </a:t>
            </a:r>
            <a:r>
              <a:rPr lang="pl-PL" sz="2400" err="1"/>
              <a:t>built</a:t>
            </a:r>
            <a:r>
              <a:rPr lang="pl-PL" sz="2400"/>
              <a:t> for </a:t>
            </a:r>
            <a:r>
              <a:rPr lang="pl-PL" sz="2400" err="1"/>
              <a:t>full-time</a:t>
            </a:r>
            <a:r>
              <a:rPr lang="pl-PL" sz="2400"/>
              <a:t> </a:t>
            </a:r>
            <a:r>
              <a:rPr lang="pl-PL" sz="2400" err="1"/>
              <a:t>workers</a:t>
            </a:r>
            <a:endParaRPr lang="pl-PL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0B7B9E-8E5D-5866-C51A-6092E0376DA7}"/>
              </a:ext>
            </a:extLst>
          </p:cNvPr>
          <p:cNvSpPr txBox="1"/>
          <p:nvPr/>
        </p:nvSpPr>
        <p:spPr>
          <a:xfrm>
            <a:off x="3017526" y="2849069"/>
            <a:ext cx="72956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/>
              <a:t>We want to </a:t>
            </a:r>
            <a:r>
              <a:rPr lang="pl-PL" sz="2400" err="1"/>
              <a:t>help</a:t>
            </a:r>
            <a:r>
              <a:rPr lang="pl-PL" sz="2400"/>
              <a:t> </a:t>
            </a:r>
            <a:r>
              <a:rPr lang="pl-PL" sz="2400" err="1"/>
              <a:t>students</a:t>
            </a:r>
            <a:r>
              <a:rPr lang="pl-PL" sz="2400"/>
              <a:t> by </a:t>
            </a:r>
            <a:r>
              <a:rPr lang="pl-PL" sz="2400" b="1" err="1"/>
              <a:t>easing</a:t>
            </a:r>
            <a:r>
              <a:rPr lang="pl-PL" sz="2400" b="1"/>
              <a:t> </a:t>
            </a:r>
            <a:r>
              <a:rPr lang="pl-PL" sz="2400" b="1" err="1"/>
              <a:t>their</a:t>
            </a:r>
            <a:r>
              <a:rPr lang="pl-PL" sz="2400" b="1"/>
              <a:t> </a:t>
            </a:r>
            <a:r>
              <a:rPr lang="pl-PL" sz="2400" b="1" err="1"/>
              <a:t>stress</a:t>
            </a:r>
            <a:r>
              <a:rPr lang="pl-PL" sz="2400" b="1"/>
              <a:t> </a:t>
            </a:r>
            <a:r>
              <a:rPr lang="pl-PL" sz="2400" err="1"/>
              <a:t>regarding</a:t>
            </a:r>
            <a:r>
              <a:rPr lang="pl-PL" sz="2400"/>
              <a:t> </a:t>
            </a:r>
            <a:r>
              <a:rPr lang="pl-PL" sz="2400" err="1"/>
              <a:t>job-hunting</a:t>
            </a:r>
            <a:r>
              <a:rPr lang="pl-PL" sz="2400"/>
              <a:t> and </a:t>
            </a:r>
            <a:r>
              <a:rPr lang="pl-PL" sz="2400" err="1"/>
              <a:t>providing</a:t>
            </a:r>
            <a:r>
              <a:rPr lang="pl-PL" sz="2400"/>
              <a:t> </a:t>
            </a:r>
            <a:r>
              <a:rPr lang="pl-PL" sz="2400" err="1"/>
              <a:t>them</a:t>
            </a:r>
            <a:r>
              <a:rPr lang="pl-PL" sz="2400"/>
              <a:t> with </a:t>
            </a:r>
            <a:r>
              <a:rPr lang="pl-PL" sz="2400" b="1"/>
              <a:t>seamless</a:t>
            </a:r>
            <a:r>
              <a:rPr lang="en-IE" sz="2400" b="1"/>
              <a:t>, mobile</a:t>
            </a:r>
            <a:r>
              <a:rPr lang="pl-PL" sz="2400" b="1"/>
              <a:t> </a:t>
            </a:r>
            <a:r>
              <a:rPr lang="pl-PL" sz="2400" b="1" err="1"/>
              <a:t>experience</a:t>
            </a:r>
            <a:r>
              <a:rPr lang="pl-PL" sz="2400"/>
              <a:t>.</a:t>
            </a:r>
            <a:endParaRPr lang="en-IE" sz="2400"/>
          </a:p>
          <a:p>
            <a:endParaRPr lang="en-IE" sz="2400"/>
          </a:p>
        </p:txBody>
      </p:sp>
      <p:pic>
        <p:nvPicPr>
          <p:cNvPr id="4" name="Picture 3" descr="Stressed businessman">
            <a:extLst>
              <a:ext uri="{FF2B5EF4-FFF2-40B4-BE49-F238E27FC236}">
                <a16:creationId xmlns:a16="http://schemas.microsoft.com/office/drawing/2014/main" id="{033BBE40-13BF-9BE6-6625-BA51E3EDA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612" y="4463918"/>
            <a:ext cx="2993740" cy="1950151"/>
          </a:xfrm>
          <a:prstGeom prst="rect">
            <a:avLst/>
          </a:prstGeom>
        </p:spPr>
      </p:pic>
      <p:pic>
        <p:nvPicPr>
          <p:cNvPr id="8" name="Graphic 7" descr="Line arrow: Slight curve with solid fill">
            <a:extLst>
              <a:ext uri="{FF2B5EF4-FFF2-40B4-BE49-F238E27FC236}">
                <a16:creationId xmlns:a16="http://schemas.microsoft.com/office/drawing/2014/main" id="{C6D406C0-7D41-222A-0941-78A6D71BC4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6426" y="4867759"/>
            <a:ext cx="914400" cy="914400"/>
          </a:xfrm>
          <a:prstGeom prst="rect">
            <a:avLst/>
          </a:prstGeom>
        </p:spPr>
      </p:pic>
      <p:pic>
        <p:nvPicPr>
          <p:cNvPr id="10" name="Picture 9" descr="Young man using smartphone on city street at night">
            <a:extLst>
              <a:ext uri="{FF2B5EF4-FFF2-40B4-BE49-F238E27FC236}">
                <a16:creationId xmlns:a16="http://schemas.microsoft.com/office/drawing/2014/main" id="{414E120F-1666-1C16-2AEA-6B7C97FEC7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520" y="4418729"/>
            <a:ext cx="2993740" cy="199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780" y="465240"/>
            <a:ext cx="5120640" cy="921600"/>
          </a:xfrm>
        </p:spPr>
        <p:txBody>
          <a:bodyPr/>
          <a:lstStyle/>
          <a:p>
            <a:r>
              <a:rPr lang="pl-PL" err="1"/>
              <a:t>Elevator</a:t>
            </a:r>
            <a:r>
              <a:rPr lang="pl-PL"/>
              <a:t> Pitch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8900" y="1555140"/>
            <a:ext cx="6934200" cy="1828800"/>
          </a:xfrm>
        </p:spPr>
        <p:txBody>
          <a:bodyPr/>
          <a:lstStyle/>
          <a:p>
            <a:r>
              <a:rPr lang="en-GB" b="1"/>
              <a:t>DreamWork</a:t>
            </a:r>
            <a:r>
              <a:rPr lang="en-GB"/>
              <a:t> helps students find flexible jobs and internships that match their skills, time, and career goals, quickly and easily.</a:t>
            </a:r>
            <a:endParaRPr lang="en-US"/>
          </a:p>
        </p:txBody>
      </p:sp>
      <p:pic>
        <p:nvPicPr>
          <p:cNvPr id="5" name="Graphic 4" descr="Smart Phone with solid fill">
            <a:extLst>
              <a:ext uri="{FF2B5EF4-FFF2-40B4-BE49-F238E27FC236}">
                <a16:creationId xmlns:a16="http://schemas.microsoft.com/office/drawing/2014/main" id="{A45A8D07-1C72-05BE-99A6-5E9D4CD6E4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8580" y="3552240"/>
            <a:ext cx="3231540" cy="3231540"/>
          </a:xfrm>
          <a:prstGeom prst="rect">
            <a:avLst/>
          </a:prstGeom>
        </p:spPr>
      </p:pic>
      <p:pic>
        <p:nvPicPr>
          <p:cNvPr id="7" name="Graphic 6" descr="Document outline">
            <a:extLst>
              <a:ext uri="{FF2B5EF4-FFF2-40B4-BE49-F238E27FC236}">
                <a16:creationId xmlns:a16="http://schemas.microsoft.com/office/drawing/2014/main" id="{4D1C0477-4F14-10E4-B202-9A7BEEFBD4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7940" y="4469092"/>
            <a:ext cx="1170646" cy="140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E1798-1A13-47B7-F19F-BDAAE1BD4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24">
            <a:extLst>
              <a:ext uri="{FF2B5EF4-FFF2-40B4-BE49-F238E27FC236}">
                <a16:creationId xmlns:a16="http://schemas.microsoft.com/office/drawing/2014/main" id="{FD6528FF-C8B7-B5AF-FEC8-3EAE83E69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56" b="1956"/>
          <a:stretch/>
        </p:blipFill>
        <p:spPr>
          <a:xfrm>
            <a:off x="1258670" y="459565"/>
            <a:ext cx="4214010" cy="421401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0" name="Picture Placeholder 24">
            <a:extLst>
              <a:ext uri="{FF2B5EF4-FFF2-40B4-BE49-F238E27FC236}">
                <a16:creationId xmlns:a16="http://schemas.microsoft.com/office/drawing/2014/main" id="{656316ED-BF79-4F52-AD38-5F1692CB26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84" r="142"/>
          <a:stretch>
            <a:fillRect/>
          </a:stretch>
        </p:blipFill>
        <p:spPr>
          <a:xfrm>
            <a:off x="6496238" y="2258673"/>
            <a:ext cx="4544298" cy="421401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FB5760-2CA6-A316-9418-B33390683EA0}"/>
              </a:ext>
            </a:extLst>
          </p:cNvPr>
          <p:cNvSpPr txBox="1"/>
          <p:nvPr/>
        </p:nvSpPr>
        <p:spPr>
          <a:xfrm>
            <a:off x="7099948" y="800759"/>
            <a:ext cx="33368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/>
              <a:t>Product Box</a:t>
            </a:r>
            <a:endParaRPr lang="en-IE" sz="4000" b="1"/>
          </a:p>
        </p:txBody>
      </p:sp>
    </p:spTree>
    <p:extLst>
      <p:ext uri="{BB962C8B-B14F-4D97-AF65-F5344CB8AC3E}">
        <p14:creationId xmlns:p14="http://schemas.microsoft.com/office/powerpoint/2010/main" val="1713021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CC3FF-5333-4FFF-07B4-301E4C8CD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D66A4D-6F5D-7913-17F7-CC84271398FE}"/>
              </a:ext>
            </a:extLst>
          </p:cNvPr>
          <p:cNvSpPr txBox="1"/>
          <p:nvPr/>
        </p:nvSpPr>
        <p:spPr>
          <a:xfrm>
            <a:off x="1168488" y="1335941"/>
            <a:ext cx="985502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en-IE" sz="1600">
                <a:effectLst/>
                <a:latin typeface="Calibri" panose="020F0502020204030204" pitchFamily="34" charset="0"/>
              </a:rPr>
              <a:t>Original: 12 sprints planned</a:t>
            </a:r>
          </a:p>
          <a:p>
            <a:pPr rtl="0" fontAlgn="ctr"/>
            <a:r>
              <a:rPr lang="pl-PL" sz="1600">
                <a:effectLst/>
                <a:latin typeface="Calibri" panose="020F0502020204030204" pitchFamily="34" charset="0"/>
              </a:rPr>
              <a:t>Remaining time: 6 sprints</a:t>
            </a:r>
          </a:p>
          <a:p>
            <a:pPr rtl="0" fontAlgn="ctr"/>
            <a:r>
              <a:rPr lang="en-IE" sz="1600">
                <a:effectLst/>
                <a:latin typeface="Calibri" panose="020F0502020204030204" pitchFamily="34" charset="0"/>
              </a:rPr>
              <a:t>Team size: </a:t>
            </a:r>
            <a:r>
              <a:rPr lang="pl-PL" sz="1600" b="1">
                <a:effectLst/>
                <a:latin typeface="Calibri" panose="020F0502020204030204" pitchFamily="34" charset="0"/>
              </a:rPr>
              <a:t>3 members</a:t>
            </a:r>
            <a:r>
              <a:rPr lang="en-IE" sz="1600">
                <a:effectLst/>
                <a:latin typeface="Calibri" panose="020F0502020204030204" pitchFamily="34" charset="0"/>
              </a:rPr>
              <a:t> (Scrum Master, Product Owner, Tester </a:t>
            </a:r>
            <a:r>
              <a:rPr lang="pl-PL" sz="1600">
                <a:effectLst/>
                <a:latin typeface="Calibri" panose="020F0502020204030204" pitchFamily="34" charset="0"/>
              </a:rPr>
              <a:t>- </a:t>
            </a:r>
            <a:r>
              <a:rPr lang="en-IE" sz="1600">
                <a:effectLst/>
                <a:latin typeface="Calibri" panose="020F0502020204030204" pitchFamily="34" charset="0"/>
              </a:rPr>
              <a:t>all devs)</a:t>
            </a:r>
          </a:p>
          <a:p>
            <a:pPr rtl="0" fontAlgn="ctr"/>
            <a:r>
              <a:rPr lang="en-IE" sz="1600">
                <a:effectLst/>
                <a:latin typeface="Calibri" panose="020F0502020204030204" pitchFamily="34" charset="0"/>
              </a:rPr>
              <a:t>Total backlog: </a:t>
            </a:r>
            <a:r>
              <a:rPr lang="pl-PL" sz="1600" b="1">
                <a:effectLst/>
                <a:latin typeface="Calibri" panose="020F0502020204030204" pitchFamily="34" charset="0"/>
              </a:rPr>
              <a:t>119 story points</a:t>
            </a:r>
            <a:endParaRPr lang="en-IE" sz="1600">
              <a:effectLst/>
              <a:latin typeface="Calibri" panose="020F0502020204030204" pitchFamily="34" charset="0"/>
            </a:endParaRPr>
          </a:p>
          <a:p>
            <a:pPr rtl="0" fontAlgn="ctr"/>
            <a:r>
              <a:rPr lang="en-IE" sz="1600">
                <a:effectLst/>
                <a:latin typeface="Calibri" panose="020F0502020204030204" pitchFamily="34" charset="0"/>
              </a:rPr>
              <a:t>Total user stories: </a:t>
            </a:r>
            <a:r>
              <a:rPr lang="pl-PL" sz="1600" b="1">
                <a:effectLst/>
                <a:latin typeface="Calibri" panose="020F0502020204030204" pitchFamily="34" charset="0"/>
              </a:rPr>
              <a:t>21</a:t>
            </a:r>
          </a:p>
          <a:p>
            <a:pPr rtl="0" fontAlgn="ctr"/>
            <a:endParaRPr lang="pl-PL" sz="1600" b="1">
              <a:latin typeface="Calibri" panose="020F0502020204030204" pitchFamily="34" charset="0"/>
            </a:endParaRPr>
          </a:p>
          <a:p>
            <a:pPr rtl="0" fontAlgn="ctr"/>
            <a:r>
              <a:rPr lang="pl-PL" sz="1600">
                <a:effectLst/>
                <a:latin typeface="Calibri" panose="020F0502020204030204" pitchFamily="34" charset="0"/>
              </a:rPr>
              <a:t>Theoretical velocity required: 119 / 6 = ~20</a:t>
            </a:r>
          </a:p>
          <a:p>
            <a:pPr rtl="0" fontAlgn="ctr"/>
            <a:endParaRPr lang="pl-PL" sz="1600">
              <a:latin typeface="Calibri" panose="020F0502020204030204" pitchFamily="34" charset="0"/>
            </a:endParaRPr>
          </a:p>
          <a:p>
            <a:pPr rtl="0" fontAlgn="ctr"/>
            <a:r>
              <a:rPr lang="pl-PL" sz="1600">
                <a:effectLst/>
                <a:latin typeface="Calibri" panose="020F0502020204030204" pitchFamily="34" charset="0"/>
              </a:rPr>
              <a:t>Because it would be too high of a workload for 3 members, it would contribute significantly towards burnout and quality drop. We need to prioritize our scope.</a:t>
            </a:r>
          </a:p>
          <a:p>
            <a:pPr rtl="0" fontAlgn="ctr"/>
            <a:endParaRPr lang="pl-PL" sz="1600">
              <a:latin typeface="Calibri" panose="020F0502020204030204" pitchFamily="34" charset="0"/>
            </a:endParaRPr>
          </a:p>
          <a:p>
            <a:pPr rtl="0" fontAlgn="ctr"/>
            <a:r>
              <a:rPr lang="ga-IE" sz="1600">
                <a:effectLst/>
                <a:latin typeface="Calibri" panose="020F0502020204030204" pitchFamily="34" charset="0"/>
              </a:rPr>
              <a:t>To deliver our </a:t>
            </a:r>
            <a:r>
              <a:rPr lang="ga-IE" sz="1600" b="1">
                <a:effectLst/>
                <a:latin typeface="Calibri" panose="020F0502020204030204" pitchFamily="34" charset="0"/>
              </a:rPr>
              <a:t>Minimum Viable Product</a:t>
            </a:r>
            <a:r>
              <a:rPr lang="ga-IE" sz="1600">
                <a:effectLst/>
                <a:latin typeface="Calibri" panose="020F0502020204030204" pitchFamily="34" charset="0"/>
              </a:rPr>
              <a:t>, we need to trim the scope and move some optional features to further releases beyond our current timeline. </a:t>
            </a:r>
            <a:endParaRPr lang="pl-PL" sz="1600">
              <a:effectLst/>
              <a:latin typeface="Calibri" panose="020F0502020204030204" pitchFamily="34" charset="0"/>
            </a:endParaRPr>
          </a:p>
          <a:p>
            <a:pPr rtl="0" fontAlgn="ctr"/>
            <a:endParaRPr lang="pl-PL" sz="1600">
              <a:latin typeface="Calibri" panose="020F0502020204030204" pitchFamily="34" charset="0"/>
            </a:endParaRPr>
          </a:p>
          <a:p>
            <a:pPr rtl="0" fontAlgn="ctr"/>
            <a:r>
              <a:rPr lang="pl-PL" sz="1600" b="1">
                <a:effectLst/>
                <a:latin typeface="Calibri" panose="020F0502020204030204" pitchFamily="34" charset="0"/>
              </a:rPr>
              <a:t>Our approach:</a:t>
            </a:r>
            <a:endParaRPr lang="pl-PL" sz="1600">
              <a:latin typeface="Calibri" panose="020F0502020204030204" pitchFamily="34" charset="0"/>
            </a:endParaRPr>
          </a:p>
          <a:p>
            <a:pPr rtl="0" fontAlgn="ctr"/>
            <a:r>
              <a:rPr lang="ga-IE" sz="1600" b="1">
                <a:effectLst/>
                <a:latin typeface="Calibri" panose="020F0502020204030204" pitchFamily="34" charset="0"/>
              </a:rPr>
              <a:t>Sprint 1-2</a:t>
            </a:r>
            <a:r>
              <a:rPr lang="ga-IE" sz="1600">
                <a:effectLst/>
                <a:latin typeface="Calibri" panose="020F0502020204030204" pitchFamily="34" charset="0"/>
              </a:rPr>
              <a:t>: Foundation &amp; MVP core</a:t>
            </a:r>
            <a:endParaRPr lang="pl-PL" sz="1600">
              <a:effectLst/>
              <a:latin typeface="Calibri" panose="020F0502020204030204" pitchFamily="34" charset="0"/>
            </a:endParaRPr>
          </a:p>
          <a:p>
            <a:pPr rtl="0" fontAlgn="ctr"/>
            <a:r>
              <a:rPr lang="ga-IE" sz="1600" b="1">
                <a:effectLst/>
                <a:latin typeface="Calibri" panose="020F0502020204030204" pitchFamily="34" charset="0"/>
              </a:rPr>
              <a:t>Sprint 3-</a:t>
            </a:r>
            <a:r>
              <a:rPr lang="pl-PL" sz="1600" b="1">
                <a:effectLst/>
                <a:latin typeface="Calibri" panose="020F0502020204030204" pitchFamily="34" charset="0"/>
              </a:rPr>
              <a:t>5</a:t>
            </a:r>
            <a:r>
              <a:rPr lang="ga-IE" sz="1600">
                <a:effectLst/>
                <a:latin typeface="Calibri" panose="020F0502020204030204" pitchFamily="34" charset="0"/>
              </a:rPr>
              <a:t>: Major </a:t>
            </a:r>
            <a:r>
              <a:rPr lang="pl-PL" sz="1600">
                <a:effectLst/>
                <a:latin typeface="Calibri" panose="020F0502020204030204" pitchFamily="34" charset="0"/>
              </a:rPr>
              <a:t>Features</a:t>
            </a:r>
            <a:endParaRPr lang="pl-PL" sz="1600">
              <a:latin typeface="Calibri" panose="020F0502020204030204" pitchFamily="34" charset="0"/>
            </a:endParaRPr>
          </a:p>
          <a:p>
            <a:pPr rtl="0" fontAlgn="ctr"/>
            <a:r>
              <a:rPr lang="ga-IE" sz="1600" b="1">
                <a:effectLst/>
                <a:latin typeface="Calibri" panose="020F0502020204030204" pitchFamily="34" charset="0"/>
              </a:rPr>
              <a:t>Sprint 6</a:t>
            </a:r>
            <a:r>
              <a:rPr lang="ga-IE" sz="1600">
                <a:effectLst/>
                <a:latin typeface="Calibri" panose="020F0502020204030204" pitchFamily="34" charset="0"/>
              </a:rPr>
              <a:t>: Accessibility</a:t>
            </a:r>
            <a:r>
              <a:rPr lang="pl-PL" sz="1600">
                <a:effectLst/>
                <a:latin typeface="Calibri" panose="020F0502020204030204" pitchFamily="34" charset="0"/>
              </a:rPr>
              <a:t> and Security</a:t>
            </a:r>
            <a:endParaRPr lang="pl-PL" sz="1600">
              <a:latin typeface="Calibri" panose="020F0502020204030204" pitchFamily="34" charset="0"/>
            </a:endParaRPr>
          </a:p>
          <a:p>
            <a:pPr rtl="0" fontAlgn="ctr"/>
            <a:endParaRPr lang="pl-PL" sz="1600">
              <a:effectLst/>
              <a:latin typeface="Calibri" panose="020F0502020204030204" pitchFamily="34" charset="0"/>
            </a:endParaRPr>
          </a:p>
          <a:p>
            <a:pPr rtl="0" fontAlgn="ctr"/>
            <a:r>
              <a:rPr lang="pl-PL" sz="1600">
                <a:effectLst/>
                <a:latin typeface="Calibri" panose="020F0502020204030204" pitchFamily="34" charset="0"/>
              </a:rPr>
              <a:t>The achievable scope for our team should be around 70-80 story points in total, with </a:t>
            </a:r>
            <a:r>
              <a:rPr lang="pl-PL" sz="1600" b="1">
                <a:effectLst/>
                <a:latin typeface="Calibri" panose="020F0502020204030204" pitchFamily="34" charset="0"/>
              </a:rPr>
              <a:t>velocity</a:t>
            </a:r>
            <a:r>
              <a:rPr lang="pl-PL" sz="1600">
                <a:effectLst/>
                <a:latin typeface="Calibri" panose="020F0502020204030204" pitchFamily="34" charset="0"/>
              </a:rPr>
              <a:t> of about </a:t>
            </a:r>
            <a:r>
              <a:rPr lang="pl-PL" sz="1600" b="1">
                <a:effectLst/>
                <a:latin typeface="Calibri" panose="020F0502020204030204" pitchFamily="34" charset="0"/>
              </a:rPr>
              <a:t>13 story points per sprint</a:t>
            </a:r>
            <a:r>
              <a:rPr lang="pl-PL" sz="1600">
                <a:effectLst/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958D195-45F3-8307-6237-53E7A33D8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286" y="25224"/>
            <a:ext cx="4693428" cy="1310717"/>
          </a:xfrm>
        </p:spPr>
        <p:txBody>
          <a:bodyPr/>
          <a:lstStyle/>
          <a:p>
            <a:r>
              <a:rPr lang="pl-PL"/>
              <a:t>Release Plan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82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AAB64-BA44-59FD-C081-2BD9A21F6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71DA23C-67BB-0E56-DE97-B80AD52C5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5017"/>
            <a:ext cx="12192000" cy="543298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65FCAE4-E05D-5CDF-AC8C-AB478ECD1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286" y="259080"/>
            <a:ext cx="4693428" cy="1310717"/>
          </a:xfrm>
        </p:spPr>
        <p:txBody>
          <a:bodyPr/>
          <a:lstStyle/>
          <a:p>
            <a:r>
              <a:rPr lang="pl-PL"/>
              <a:t>Release Plan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48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1CF9-FC64-E7FA-7328-FBAD1B895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49A81B1-3DF3-51B1-77B1-0368265EA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92657"/>
            <a:ext cx="12192000" cy="526534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10566ED-E50D-868E-F3D2-84283E2B6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426" y="579120"/>
            <a:ext cx="5234694" cy="1013537"/>
          </a:xfrm>
        </p:spPr>
        <p:txBody>
          <a:bodyPr/>
          <a:lstStyle/>
          <a:p>
            <a:r>
              <a:rPr lang="pl-PL" sz="6000"/>
              <a:t>Release Plan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401448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FFF1-F410-7383-4D72-A4A1EDD98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5863F5-1F1E-D140-737B-4159E63B7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5476"/>
            <a:ext cx="9135183" cy="47563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E833DD-5932-729A-7FE1-DB599B6F8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705475" cy="19872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487EC1-80B0-37F6-78FF-26029EAB5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38248"/>
            <a:ext cx="12192000" cy="3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42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6E0D4-3AA2-6305-2FE2-4CEF19400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3C3012-8FBB-59B8-C0F5-DE1D98E5B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7389"/>
            <a:ext cx="12268200" cy="52406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DAE6D2-A5E4-36CC-99E5-18AF79BAE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61"/>
            <a:ext cx="4130040" cy="15433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1AB7A4-8E41-D522-76AC-3838D23E2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9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99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520DC-572E-A7C6-01B2-5A2796AE7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18FB39-8E4B-32EF-07C0-ED01BDFDF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1829"/>
            <a:ext cx="9730740" cy="52361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9ADDF5-B5AD-D455-9478-9AA2EA811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1"/>
            <a:ext cx="4511040" cy="16210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536D35-5588-A1D3-0E84-96CD6E740B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5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27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3D01-86C1-DF2A-7AA5-A66E63A6A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6E3B3A-D52A-68C2-5E20-1E66C31E7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247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A880F2-3BE5-FDA9-0D55-BC130276C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49119"/>
            <a:ext cx="4953838" cy="50088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A6A282-77F2-B03F-2B1E-2D1E53BB0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838" y="1780539"/>
            <a:ext cx="7238162" cy="226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354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4B9DE-3772-9C26-DC7B-B335D45C3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3229516-51FF-290D-1E84-ADFEE8474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900" y="0"/>
            <a:ext cx="3329120" cy="65705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75FC5A-2498-DD13-F535-A1C45D2B2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503591" cy="29032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31C522E-6FE7-FE2F-642A-67664D547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70595"/>
            <a:ext cx="12192000" cy="28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506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030CEC-C61C-90B4-78E3-0C67397BF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650" y="981699"/>
            <a:ext cx="8833110" cy="421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71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407BBC8-772C-5646-87B2-8AD8578B3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23" y="922646"/>
            <a:ext cx="9202434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998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D3A1E2-1F6E-2ADD-2480-EA76E025C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69" y="429242"/>
            <a:ext cx="9545382" cy="48107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07DA90-ADDC-9924-C6A2-329F2B624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791" y="5501549"/>
            <a:ext cx="6649378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35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D6B39-EE01-E2B8-3621-827D546A9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9F3F87-1384-B7D6-58D4-829ABE049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784" y="58"/>
            <a:ext cx="3338596" cy="65705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FBD7A3-3931-1516-9DDD-547985563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0653"/>
            <a:ext cx="12192000" cy="302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87D946-FDC1-EE84-DF05-657CAE5E0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8083783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A81DD-7E2E-5C88-38EE-5DE15E817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43D9AD-5B3B-122E-73CD-A39C4788A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70653"/>
            <a:ext cx="12192000" cy="2811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51589A-AB9D-3E2C-790D-80C7055BF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217694" cy="2819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5E96CF-D33B-44A7-5E0E-4592A9D7B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5504" y="1640"/>
            <a:ext cx="3156376" cy="656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133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5AFD9-C025-A006-A1E9-C8F20BE8B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C56745-E5BA-9864-9221-28A15CA38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823" y="0"/>
            <a:ext cx="3149423" cy="66064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47FD3D-3272-D267-3851-78A93BBD1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026776" cy="23469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96ED83-160F-AF5A-7CB9-143256605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06466"/>
            <a:ext cx="12192000" cy="25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22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118D5-479A-93AF-E80A-D383682E1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2A054D-5104-B469-018A-094D629E9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91226"/>
            <a:ext cx="12192000" cy="2809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97BDC6-FAB7-BB57-3F37-BE002D6C8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8037324" cy="41071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3C00C2-728A-0572-8FD0-C904FEB4B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325" y="0"/>
            <a:ext cx="3168002" cy="659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942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BE657-8FFB-9E20-9DC4-8B20AF3B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E2BD7A-529E-A3A9-39FF-EEE5559E6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6488"/>
            <a:ext cx="12192000" cy="49107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8785B1-4FCD-E388-E543-70D92753C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177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1E0A2D-27F8-2AAE-F340-92D8CE31C1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7730"/>
            <a:ext cx="5779458" cy="162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467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83833-09A2-FADE-C6B1-86AC2E379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9DFF9E-C179-AD51-4D42-3EF51A685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1152" y="0"/>
            <a:ext cx="3220848" cy="6591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CE0389-82FA-3861-1C9F-2030E6A6A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55047"/>
            <a:ext cx="12192000" cy="3029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124AC3-FDB0-28C6-5BC1-FD9BBAF440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897115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19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9629A7F-FA5C-2449-5DF3-A17074288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8502" y="929640"/>
            <a:ext cx="3054996" cy="1114916"/>
          </a:xfrm>
        </p:spPr>
        <p:txBody>
          <a:bodyPr/>
          <a:lstStyle/>
          <a:p>
            <a:r>
              <a:rPr lang="pl-PL" sz="6000"/>
              <a:t>Timeline</a:t>
            </a:r>
            <a:endParaRPr lang="en-US" sz="600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9A39F4-27C7-2B9F-DA4E-B74D3D63B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3" y="2379892"/>
            <a:ext cx="12182997" cy="204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2873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BBDDA-52CD-B0E9-6477-ADC11EBBA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85512"/>
            <a:ext cx="9601200" cy="973015"/>
          </a:xfrm>
        </p:spPr>
        <p:txBody>
          <a:bodyPr/>
          <a:lstStyle/>
          <a:p>
            <a:r>
              <a:rPr lang="en-US" sz="1600">
                <a:solidFill>
                  <a:schemeClr val="accent1"/>
                </a:solidFill>
              </a:rPr>
              <a:t>Reflection</a:t>
            </a:r>
            <a:r>
              <a:rPr lang="pl-PL" sz="1600">
                <a:solidFill>
                  <a:schemeClr val="accent1"/>
                </a:solidFill>
              </a:rPr>
              <a:t>s</a:t>
            </a:r>
            <a:r>
              <a:rPr lang="en-US"/>
              <a:t> </a:t>
            </a:r>
            <a:br>
              <a:rPr lang="en-US"/>
            </a:br>
            <a:r>
              <a:rPr lang="en-US"/>
              <a:t>Kauan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22640-D152-5CC8-217D-862824F7208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166948" y="2649913"/>
            <a:ext cx="8147319" cy="40077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500">
                <a:solidFill>
                  <a:schemeClr val="accent1"/>
                </a:solidFill>
              </a:rPr>
              <a:t>My Contributions</a:t>
            </a:r>
            <a:endParaRPr lang="pl-PL">
              <a:solidFill>
                <a:schemeClr val="accent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>
                <a:ea typeface="+mn-lt"/>
                <a:cs typeface="+mn-lt"/>
              </a:rPr>
              <a:t>Organized our team's schedule and made sure everyone could meet.</a:t>
            </a:r>
          </a:p>
          <a:p>
            <a:pPr marL="285750" indent="-285750"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Helped the team in deciding the project vision and core idea</a:t>
            </a:r>
            <a:endParaRPr lang="en-US" sz="1900"/>
          </a:p>
          <a:p>
            <a:pPr marL="285750" indent="-285750"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Did the Definition of Ready and Definition of Done in One note.</a:t>
            </a:r>
            <a:endParaRPr lang="en-US" sz="1900"/>
          </a:p>
          <a:p>
            <a:pPr marL="285750" indent="-285750"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Did eight user stories and helped the team in story sizing</a:t>
            </a:r>
            <a:endParaRPr lang="en-US" sz="1900"/>
          </a:p>
          <a:p>
            <a:pPr marL="285750" indent="-285750"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Created early sketches, concepts, and brainstorming notes</a:t>
            </a:r>
            <a:endParaRPr lang="en-US" sz="1900"/>
          </a:p>
          <a:p>
            <a:pPr marL="285750" indent="-285750"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Designed the product box</a:t>
            </a:r>
            <a:endParaRPr lang="en-US" sz="1900"/>
          </a:p>
          <a:p>
            <a:pPr marL="285750" indent="-285750"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Supported the team with task assignment </a:t>
            </a:r>
            <a:endParaRPr lang="en-US" sz="1900"/>
          </a:p>
          <a:p>
            <a:pPr marL="285750" indent="-285750"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Supported the team in prototyping and design activities</a:t>
            </a:r>
            <a:endParaRPr lang="en-US" sz="1900"/>
          </a:p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5DB206-0F87-627B-E858-214C58849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1153126"/>
            <a:ext cx="7856689" cy="1612887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n-US" sz="6000">
                <a:solidFill>
                  <a:schemeClr val="accent1"/>
                </a:solidFill>
                <a:ea typeface="+mn-lt"/>
                <a:cs typeface="+mn-lt"/>
              </a:rPr>
              <a:t>My Role </a:t>
            </a:r>
            <a:endParaRPr lang="en-US" sz="8000">
              <a:solidFill>
                <a:schemeClr val="accent1"/>
              </a:solidFill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 sz="7200">
                <a:ea typeface="+mn-lt"/>
                <a:cs typeface="+mn-lt"/>
              </a:rPr>
              <a:t>I made sure my team was on the right track and focused on their work.</a:t>
            </a:r>
            <a:endParaRPr lang="en-US" sz="7200"/>
          </a:p>
          <a:p>
            <a:pPr marL="285750" indent="-285750">
              <a:buChar char="•"/>
            </a:pPr>
            <a:r>
              <a:rPr lang="en-US" sz="7200">
                <a:ea typeface="+mn-lt"/>
                <a:cs typeface="+mn-lt"/>
              </a:rPr>
              <a:t>Facilitated all team meetings and collaboration.</a:t>
            </a:r>
            <a:endParaRPr lang="pl-PL" sz="7200"/>
          </a:p>
          <a:p>
            <a:pPr marL="285750" indent="-285750">
              <a:buChar char="•"/>
            </a:pPr>
            <a:r>
              <a:rPr lang="en-US" sz="7200">
                <a:ea typeface="+mn-lt"/>
                <a:cs typeface="+mn-lt"/>
              </a:rPr>
              <a:t>Supported the team in planning and tracking our work.</a:t>
            </a:r>
            <a:endParaRPr lang="en-US" sz="7200"/>
          </a:p>
          <a:p>
            <a:pPr marL="285750" indent="-285750">
              <a:buChar char="•"/>
            </a:pPr>
            <a:endParaRPr lang="en-US" sz="2500" b="1"/>
          </a:p>
          <a:p>
            <a:pPr marL="285750" indent="-285750">
              <a:buChar char="•"/>
            </a:pPr>
            <a:endParaRPr lang="en-US" sz="1700"/>
          </a:p>
          <a:p>
            <a:pPr marL="285750" indent="-285750">
              <a:buChar char="•"/>
            </a:pPr>
            <a:endParaRPr lang="en-US"/>
          </a:p>
          <a:p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3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DABEB-E802-9F8C-3E1A-18B477212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872" y="53340"/>
            <a:ext cx="9547860" cy="646897"/>
          </a:xfrm>
        </p:spPr>
        <p:txBody>
          <a:bodyPr/>
          <a:lstStyle/>
          <a:p>
            <a:r>
              <a:rPr lang="pl-PL" sz="1600">
                <a:solidFill>
                  <a:srgbClr val="0070C0"/>
                </a:solidFill>
              </a:rPr>
              <a:t>Reflections</a:t>
            </a:r>
            <a:endParaRPr lang="en-IE" sz="1600">
              <a:solidFill>
                <a:srgbClr val="0070C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70995D-2231-AAF6-55B4-B385FD0A3701}"/>
              </a:ext>
            </a:extLst>
          </p:cNvPr>
          <p:cNvSpPr txBox="1">
            <a:spLocks/>
          </p:cNvSpPr>
          <p:nvPr/>
        </p:nvSpPr>
        <p:spPr>
          <a:xfrm>
            <a:off x="1106532" y="707054"/>
            <a:ext cx="9601200" cy="6468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4400"/>
              <a:t>Jakub</a:t>
            </a:r>
            <a:endParaRPr lang="en-IE" sz="4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2C4117-44F3-995E-8D15-1BAAAFB8AA1C}"/>
              </a:ext>
            </a:extLst>
          </p:cNvPr>
          <p:cNvSpPr txBox="1"/>
          <p:nvPr/>
        </p:nvSpPr>
        <p:spPr>
          <a:xfrm>
            <a:off x="1159872" y="1360768"/>
            <a:ext cx="65515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>
                <a:solidFill>
                  <a:srgbClr val="0070C0"/>
                </a:solidFill>
              </a:rPr>
              <a:t>My Role</a:t>
            </a:r>
            <a:endParaRPr lang="en-GB">
              <a:solidFill>
                <a:srgbClr val="0070C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 </a:t>
            </a:r>
            <a:r>
              <a:rPr lang="en-GB"/>
              <a:t>Defined product vision and ensured alignment with team goals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 </a:t>
            </a:r>
            <a:r>
              <a:rPr lang="en-GB"/>
              <a:t>Managed the product backlog and prioritised user stories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 </a:t>
            </a:r>
            <a:r>
              <a:rPr lang="en-GB"/>
              <a:t>Set acceptance criteria and supported estimation sessions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94D9C3-19ED-CF45-C17C-E8559643F3AB}"/>
              </a:ext>
            </a:extLst>
          </p:cNvPr>
          <p:cNvSpPr txBox="1"/>
          <p:nvPr/>
        </p:nvSpPr>
        <p:spPr>
          <a:xfrm>
            <a:off x="1159872" y="2608002"/>
            <a:ext cx="77936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>
                <a:solidFill>
                  <a:srgbClr val="0070C0"/>
                </a:solidFill>
              </a:rPr>
              <a:t>My Contributions</a:t>
            </a:r>
            <a:endParaRPr lang="en-GB">
              <a:solidFill>
                <a:srgbClr val="0070C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 </a:t>
            </a:r>
            <a:r>
              <a:rPr lang="en-GB"/>
              <a:t>Created all epics, refined user stories, grouped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 </a:t>
            </a:r>
            <a:r>
              <a:rPr lang="en-GB"/>
              <a:t>Developed the sprint plan and calculated team velocity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 </a:t>
            </a:r>
            <a:r>
              <a:rPr lang="en-GB"/>
              <a:t>Designed risk assessments, contingency plan, and Gantt timeline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 </a:t>
            </a:r>
            <a:r>
              <a:rPr lang="en-GB"/>
              <a:t>Led creation of PowerPoint, architecture diagrams, and report content</a:t>
            </a:r>
            <a:endParaRPr lang="pl-PL"/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 Created design template for the prototype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 Took part in prototyping the app</a:t>
            </a:r>
            <a:endParaRPr lang="en-GB"/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 </a:t>
            </a:r>
            <a:r>
              <a:rPr lang="en-GB"/>
              <a:t>Coordinated tools setup (GitHub, Jira, OneNote)</a:t>
            </a:r>
            <a:endParaRPr lang="pl-PL"/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 Documented sprint reviews and retrospectives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 Created README on GitHub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 Maintained OneNote pages and burndown chart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 Tracked sprint progress on Jira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 Refined the prototype screens to better fit with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/>
              <a:t> Created interactions between prototype screens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456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7EC47-DA8E-2E72-8069-FC18F8D97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09EB2-2070-0EA1-E2CC-05F3A8BE5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872" y="53340"/>
            <a:ext cx="9547860" cy="646897"/>
          </a:xfrm>
        </p:spPr>
        <p:txBody>
          <a:bodyPr/>
          <a:lstStyle/>
          <a:p>
            <a:r>
              <a:rPr lang="pl-PL" sz="1600">
                <a:solidFill>
                  <a:srgbClr val="0070C0"/>
                </a:solidFill>
              </a:rPr>
              <a:t>Reflections</a:t>
            </a:r>
            <a:endParaRPr lang="en-IE" sz="1600">
              <a:solidFill>
                <a:srgbClr val="0070C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AA5F9E5-E1F9-CF29-0D58-2D8625408B15}"/>
              </a:ext>
            </a:extLst>
          </p:cNvPr>
          <p:cNvSpPr txBox="1">
            <a:spLocks/>
          </p:cNvSpPr>
          <p:nvPr/>
        </p:nvSpPr>
        <p:spPr>
          <a:xfrm>
            <a:off x="1106532" y="707054"/>
            <a:ext cx="9601200" cy="6468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4400"/>
              <a:t>Joy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05133-2B6C-6DAE-710F-26EF575AD799}"/>
              </a:ext>
            </a:extLst>
          </p:cNvPr>
          <p:cNvSpPr txBox="1"/>
          <p:nvPr/>
        </p:nvSpPr>
        <p:spPr>
          <a:xfrm>
            <a:off x="1133595" y="1276686"/>
            <a:ext cx="10287997" cy="166199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GB" sz="2000" b="1">
                <a:solidFill>
                  <a:srgbClr val="0070C0"/>
                </a:solidFill>
              </a:rPr>
              <a:t>My Role</a:t>
            </a:r>
            <a:endParaRPr lang="en-GB" sz="2000">
              <a:solidFill>
                <a:srgbClr val="0070C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600">
                <a:ea typeface="+mn-lt"/>
                <a:cs typeface="+mn-lt"/>
              </a:rPr>
              <a:t>Ensured the quality and functionality of the prototype through testing.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>
                <a:ea typeface="+mn-lt"/>
                <a:cs typeface="+mn-lt"/>
              </a:rPr>
              <a:t>Supported the team with UI design, screen creation, and prototype improvements.</a:t>
            </a: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>
                <a:ea typeface="+mn-lt"/>
                <a:cs typeface="+mn-lt"/>
              </a:rPr>
              <a:t>Prepared and organised project documentation across all assignments.</a:t>
            </a: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>
                <a:ea typeface="+mn-lt"/>
                <a:cs typeface="+mn-lt"/>
              </a:rPr>
              <a:t>Collected and maintained sprint evidence from Jira, OneNote, GitHub, and Figma</a:t>
            </a:r>
            <a:r>
              <a:rPr lang="en-GB" sz="1400">
                <a:ea typeface="+mn-lt"/>
                <a:cs typeface="+mn-lt"/>
              </a:rPr>
              <a:t>.</a:t>
            </a:r>
            <a:endParaRPr lang="en-GB" sz="1400"/>
          </a:p>
          <a:p>
            <a:pPr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4C1D44-A6E3-AC56-D369-F994665FC6F9}"/>
              </a:ext>
            </a:extLst>
          </p:cNvPr>
          <p:cNvSpPr txBox="1"/>
          <p:nvPr/>
        </p:nvSpPr>
        <p:spPr>
          <a:xfrm>
            <a:off x="1149361" y="2765657"/>
            <a:ext cx="8692262" cy="33547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GB" b="1">
                <a:solidFill>
                  <a:srgbClr val="0070C0"/>
                </a:solidFill>
              </a:rPr>
              <a:t>My Contributions</a:t>
            </a:r>
            <a:endParaRPr lang="en-GB">
              <a:solidFill>
                <a:srgbClr val="0070C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l-PL" sz="1600"/>
              <a:t> </a:t>
            </a:r>
            <a:r>
              <a:rPr lang="pl-PL" sz="1600" err="1">
                <a:ea typeface="+mn-lt"/>
                <a:cs typeface="+mn-lt"/>
              </a:rPr>
              <a:t>Tested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all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prototype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screens</a:t>
            </a:r>
            <a:r>
              <a:rPr lang="pl-PL" sz="1600">
                <a:ea typeface="+mn-lt"/>
                <a:cs typeface="+mn-lt"/>
              </a:rPr>
              <a:t> and </a:t>
            </a:r>
            <a:r>
              <a:rPr lang="pl-PL" sz="1600" err="1">
                <a:ea typeface="+mn-lt"/>
                <a:cs typeface="+mn-lt"/>
              </a:rPr>
              <a:t>checked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that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each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feature</a:t>
            </a:r>
            <a:r>
              <a:rPr lang="pl-PL" sz="1600">
                <a:ea typeface="+mn-lt"/>
                <a:cs typeface="+mn-lt"/>
              </a:rPr>
              <a:t> met </a:t>
            </a:r>
            <a:r>
              <a:rPr lang="pl-PL" sz="1600" err="1">
                <a:ea typeface="+mn-lt"/>
                <a:cs typeface="+mn-lt"/>
              </a:rPr>
              <a:t>acceptance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criteria</a:t>
            </a:r>
            <a:r>
              <a:rPr lang="pl-PL" sz="1600">
                <a:ea typeface="+mn-lt"/>
                <a:cs typeface="+mn-lt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600" err="1">
                <a:ea typeface="+mn-lt"/>
                <a:cs typeface="+mn-lt"/>
              </a:rPr>
              <a:t>Reviewed</a:t>
            </a:r>
            <a:r>
              <a:rPr lang="pl-PL" sz="1600">
                <a:ea typeface="+mn-lt"/>
                <a:cs typeface="+mn-lt"/>
              </a:rPr>
              <a:t> student and </a:t>
            </a:r>
            <a:r>
              <a:rPr lang="pl-PL" sz="1600" err="1">
                <a:ea typeface="+mn-lt"/>
                <a:cs typeface="+mn-lt"/>
              </a:rPr>
              <a:t>employer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workflows</a:t>
            </a:r>
            <a:r>
              <a:rPr lang="pl-PL" sz="1600">
                <a:ea typeface="+mn-lt"/>
                <a:cs typeface="+mn-lt"/>
              </a:rPr>
              <a:t> to </a:t>
            </a:r>
            <a:r>
              <a:rPr lang="pl-PL" sz="1600" err="1">
                <a:ea typeface="+mn-lt"/>
                <a:cs typeface="+mn-lt"/>
              </a:rPr>
              <a:t>identify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usability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issues</a:t>
            </a:r>
            <a:r>
              <a:rPr lang="pl-PL" sz="1600">
                <a:ea typeface="+mn-lt"/>
                <a:cs typeface="+mn-lt"/>
              </a:rPr>
              <a:t> and </a:t>
            </a:r>
            <a:r>
              <a:rPr lang="pl-PL" sz="1600" err="1">
                <a:ea typeface="+mn-lt"/>
                <a:cs typeface="+mn-lt"/>
              </a:rPr>
              <a:t>inconsistencies</a:t>
            </a:r>
            <a:r>
              <a:rPr lang="pl-PL" sz="1600">
                <a:ea typeface="+mn-lt"/>
                <a:cs typeface="+mn-lt"/>
              </a:rPr>
              <a:t>.</a:t>
            </a:r>
            <a:endParaRPr lang="pl-PL" sz="1600"/>
          </a:p>
          <a:p>
            <a:pPr>
              <a:buFont typeface="Arial" panose="020B0604020202020204" pitchFamily="34" charset="0"/>
              <a:buChar char="•"/>
            </a:pPr>
            <a:r>
              <a:rPr lang="pl-PL" sz="1600" err="1">
                <a:ea typeface="+mn-lt"/>
                <a:cs typeface="+mn-lt"/>
              </a:rPr>
              <a:t>Helped</a:t>
            </a:r>
            <a:r>
              <a:rPr lang="pl-PL" sz="1600">
                <a:ea typeface="+mn-lt"/>
                <a:cs typeface="+mn-lt"/>
              </a:rPr>
              <a:t> design and </a:t>
            </a:r>
            <a:r>
              <a:rPr lang="pl-PL" sz="1600" err="1">
                <a:ea typeface="+mn-lt"/>
                <a:cs typeface="+mn-lt"/>
              </a:rPr>
              <a:t>refine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several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screens</a:t>
            </a:r>
            <a:r>
              <a:rPr lang="pl-PL" sz="1600">
                <a:ea typeface="+mn-lt"/>
                <a:cs typeface="+mn-lt"/>
              </a:rPr>
              <a:t> for the </a:t>
            </a:r>
            <a:r>
              <a:rPr lang="pl-PL" sz="1600" err="1">
                <a:ea typeface="+mn-lt"/>
                <a:cs typeface="+mn-lt"/>
              </a:rPr>
              <a:t>DreamWork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prototype</a:t>
            </a:r>
            <a:r>
              <a:rPr lang="pl-PL" sz="1600">
                <a:ea typeface="+mn-lt"/>
                <a:cs typeface="+mn-lt"/>
              </a:rPr>
              <a:t>.</a:t>
            </a:r>
            <a:endParaRPr lang="pl-PL" sz="1600"/>
          </a:p>
          <a:p>
            <a:pPr>
              <a:buFont typeface="Arial" panose="020B0604020202020204" pitchFamily="34" charset="0"/>
              <a:buChar char="•"/>
            </a:pPr>
            <a:r>
              <a:rPr lang="pl-PL" sz="1600" err="1">
                <a:ea typeface="+mn-lt"/>
                <a:cs typeface="+mn-lt"/>
              </a:rPr>
              <a:t>Wrote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detailed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explanations</a:t>
            </a:r>
            <a:r>
              <a:rPr lang="pl-PL" sz="1600">
                <a:ea typeface="+mn-lt"/>
                <a:cs typeface="+mn-lt"/>
              </a:rPr>
              <a:t> for </a:t>
            </a:r>
            <a:r>
              <a:rPr lang="pl-PL" sz="1600" err="1">
                <a:ea typeface="+mn-lt"/>
                <a:cs typeface="+mn-lt"/>
              </a:rPr>
              <a:t>each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prototype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screen</a:t>
            </a:r>
            <a:r>
              <a:rPr lang="pl-PL" sz="1600">
                <a:ea typeface="+mn-lt"/>
                <a:cs typeface="+mn-lt"/>
              </a:rPr>
              <a:t> for </a:t>
            </a:r>
            <a:r>
              <a:rPr lang="pl-PL" sz="1600" err="1">
                <a:ea typeface="+mn-lt"/>
                <a:cs typeface="+mn-lt"/>
              </a:rPr>
              <a:t>Assignment</a:t>
            </a:r>
            <a:r>
              <a:rPr lang="pl-PL" sz="1600">
                <a:ea typeface="+mn-lt"/>
                <a:cs typeface="+mn-lt"/>
              </a:rPr>
              <a:t> 5.</a:t>
            </a:r>
            <a:endParaRPr lang="pl-PL" sz="1600"/>
          </a:p>
          <a:p>
            <a:pPr>
              <a:buFont typeface="Arial" panose="020B0604020202020204" pitchFamily="34" charset="0"/>
              <a:buChar char="•"/>
            </a:pPr>
            <a:r>
              <a:rPr lang="pl-PL" sz="1600" err="1">
                <a:ea typeface="+mn-lt"/>
                <a:cs typeface="+mn-lt"/>
              </a:rPr>
              <a:t>Organised</a:t>
            </a:r>
            <a:r>
              <a:rPr lang="pl-PL" sz="1600">
                <a:ea typeface="+mn-lt"/>
                <a:cs typeface="+mn-lt"/>
              </a:rPr>
              <a:t> and </a:t>
            </a:r>
            <a:r>
              <a:rPr lang="pl-PL" sz="1600" err="1">
                <a:ea typeface="+mn-lt"/>
                <a:cs typeface="+mn-lt"/>
              </a:rPr>
              <a:t>updated</a:t>
            </a:r>
            <a:r>
              <a:rPr lang="pl-PL" sz="1600">
                <a:ea typeface="+mn-lt"/>
                <a:cs typeface="+mn-lt"/>
              </a:rPr>
              <a:t> the </a:t>
            </a:r>
            <a:r>
              <a:rPr lang="pl-PL" sz="1600" err="1">
                <a:ea typeface="+mn-lt"/>
                <a:cs typeface="+mn-lt"/>
              </a:rPr>
              <a:t>Assignment</a:t>
            </a:r>
            <a:r>
              <a:rPr lang="pl-PL" sz="1600">
                <a:ea typeface="+mn-lt"/>
                <a:cs typeface="+mn-lt"/>
              </a:rPr>
              <a:t> 05 </a:t>
            </a:r>
            <a:r>
              <a:rPr lang="pl-PL" sz="1600" err="1">
                <a:ea typeface="+mn-lt"/>
                <a:cs typeface="+mn-lt"/>
              </a:rPr>
              <a:t>final</a:t>
            </a:r>
            <a:r>
              <a:rPr lang="pl-PL" sz="1600">
                <a:ea typeface="+mn-lt"/>
                <a:cs typeface="+mn-lt"/>
              </a:rPr>
              <a:t> PDF, </a:t>
            </a:r>
            <a:r>
              <a:rPr lang="pl-PL" sz="1600" err="1">
                <a:ea typeface="+mn-lt"/>
                <a:cs typeface="+mn-lt"/>
              </a:rPr>
              <a:t>including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formatting</a:t>
            </a:r>
            <a:r>
              <a:rPr lang="pl-PL" sz="1600">
                <a:ea typeface="+mn-lt"/>
                <a:cs typeface="+mn-lt"/>
              </a:rPr>
              <a:t> and </a:t>
            </a:r>
            <a:r>
              <a:rPr lang="pl-PL" sz="1600" err="1">
                <a:ea typeface="+mn-lt"/>
                <a:cs typeface="+mn-lt"/>
              </a:rPr>
              <a:t>structure</a:t>
            </a:r>
            <a:r>
              <a:rPr lang="pl-PL" sz="1600">
                <a:ea typeface="+mn-lt"/>
                <a:cs typeface="+mn-lt"/>
              </a:rPr>
              <a:t>.</a:t>
            </a: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pl-PL" sz="1600" err="1">
                <a:ea typeface="+mn-lt"/>
                <a:cs typeface="+mn-lt"/>
              </a:rPr>
              <a:t>Created</a:t>
            </a:r>
            <a:r>
              <a:rPr lang="pl-PL" sz="1600">
                <a:ea typeface="+mn-lt"/>
                <a:cs typeface="+mn-lt"/>
              </a:rPr>
              <a:t> and </a:t>
            </a:r>
            <a:r>
              <a:rPr lang="pl-PL" sz="1600" err="1">
                <a:ea typeface="+mn-lt"/>
                <a:cs typeface="+mn-lt"/>
              </a:rPr>
              <a:t>inserted</a:t>
            </a:r>
            <a:r>
              <a:rPr lang="pl-PL" sz="1600">
                <a:ea typeface="+mn-lt"/>
                <a:cs typeface="+mn-lt"/>
              </a:rPr>
              <a:t> the </a:t>
            </a:r>
            <a:r>
              <a:rPr lang="pl-PL" sz="1600" err="1">
                <a:ea typeface="+mn-lt"/>
                <a:cs typeface="+mn-lt"/>
              </a:rPr>
              <a:t>updated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Table</a:t>
            </a:r>
            <a:r>
              <a:rPr lang="pl-PL" sz="1600">
                <a:ea typeface="+mn-lt"/>
                <a:cs typeface="+mn-lt"/>
              </a:rPr>
              <a:t> of </a:t>
            </a:r>
            <a:r>
              <a:rPr lang="pl-PL" sz="1600" err="1">
                <a:ea typeface="+mn-lt"/>
                <a:cs typeface="+mn-lt"/>
              </a:rPr>
              <a:t>Contents</a:t>
            </a:r>
            <a:r>
              <a:rPr lang="pl-PL" sz="1600">
                <a:ea typeface="+mn-lt"/>
                <a:cs typeface="+mn-lt"/>
              </a:rPr>
              <a:t>, </a:t>
            </a:r>
            <a:r>
              <a:rPr lang="pl-PL" sz="1600" err="1">
                <a:ea typeface="+mn-lt"/>
                <a:cs typeface="+mn-lt"/>
              </a:rPr>
              <a:t>introduction</a:t>
            </a:r>
            <a:r>
              <a:rPr lang="pl-PL" sz="1600">
                <a:ea typeface="+mn-lt"/>
                <a:cs typeface="+mn-lt"/>
              </a:rPr>
              <a:t>, sprint </a:t>
            </a:r>
            <a:r>
              <a:rPr lang="pl-PL" sz="1600" err="1">
                <a:ea typeface="+mn-lt"/>
                <a:cs typeface="+mn-lt"/>
              </a:rPr>
              <a:t>details</a:t>
            </a:r>
            <a:r>
              <a:rPr lang="pl-PL" sz="1600">
                <a:ea typeface="+mn-lt"/>
                <a:cs typeface="+mn-lt"/>
              </a:rPr>
              <a:t>, and </a:t>
            </a:r>
            <a:r>
              <a:rPr lang="pl-PL" sz="1600" err="1">
                <a:ea typeface="+mn-lt"/>
                <a:cs typeface="+mn-lt"/>
              </a:rPr>
              <a:t>prototype</a:t>
            </a:r>
            <a:r>
              <a:rPr lang="pl-PL" sz="1600">
                <a:ea typeface="+mn-lt"/>
                <a:cs typeface="+mn-lt"/>
              </a:rPr>
              <a:t> development </a:t>
            </a:r>
            <a:r>
              <a:rPr lang="pl-PL" sz="1600" err="1">
                <a:ea typeface="+mn-lt"/>
                <a:cs typeface="+mn-lt"/>
              </a:rPr>
              <a:t>sections</a:t>
            </a:r>
            <a:r>
              <a:rPr lang="pl-PL" sz="1600">
                <a:ea typeface="+mn-lt"/>
                <a:cs typeface="+mn-lt"/>
              </a:rPr>
              <a:t>.</a:t>
            </a:r>
            <a:endParaRPr lang="pl-PL" sz="1600"/>
          </a:p>
          <a:p>
            <a:pPr>
              <a:buFont typeface="Arial" panose="020B0604020202020204" pitchFamily="34" charset="0"/>
              <a:buChar char="•"/>
            </a:pPr>
            <a:r>
              <a:rPr lang="pl-PL" sz="1600" err="1">
                <a:ea typeface="+mn-lt"/>
                <a:cs typeface="+mn-lt"/>
              </a:rPr>
              <a:t>Added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Jira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board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screenshots</a:t>
            </a:r>
            <a:r>
              <a:rPr lang="pl-PL" sz="1600">
                <a:ea typeface="+mn-lt"/>
                <a:cs typeface="+mn-lt"/>
              </a:rPr>
              <a:t>, </a:t>
            </a:r>
            <a:r>
              <a:rPr lang="pl-PL" sz="1600" err="1">
                <a:ea typeface="+mn-lt"/>
                <a:cs typeface="+mn-lt"/>
              </a:rPr>
              <a:t>backlog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screenshots</a:t>
            </a:r>
            <a:r>
              <a:rPr lang="pl-PL" sz="1600">
                <a:ea typeface="+mn-lt"/>
                <a:cs typeface="+mn-lt"/>
              </a:rPr>
              <a:t>, and sprint </a:t>
            </a:r>
            <a:r>
              <a:rPr lang="pl-PL" sz="1600" err="1">
                <a:ea typeface="+mn-lt"/>
                <a:cs typeface="+mn-lt"/>
              </a:rPr>
              <a:t>evidence</a:t>
            </a:r>
            <a:r>
              <a:rPr lang="pl-PL" sz="1600">
                <a:ea typeface="+mn-lt"/>
                <a:cs typeface="+mn-lt"/>
              </a:rPr>
              <a:t> to the report.</a:t>
            </a:r>
            <a:endParaRPr lang="pl-PL" sz="1600"/>
          </a:p>
          <a:p>
            <a:pPr>
              <a:buFont typeface="Arial" panose="020B0604020202020204" pitchFamily="34" charset="0"/>
              <a:buChar char="•"/>
            </a:pPr>
            <a:r>
              <a:rPr lang="pl-PL" sz="1600" err="1">
                <a:ea typeface="+mn-lt"/>
                <a:cs typeface="+mn-lt"/>
              </a:rPr>
              <a:t>Helped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maintain</a:t>
            </a:r>
            <a:r>
              <a:rPr lang="pl-PL" sz="1600">
                <a:ea typeface="+mn-lt"/>
                <a:cs typeface="+mn-lt"/>
              </a:rPr>
              <a:t> team </a:t>
            </a:r>
            <a:r>
              <a:rPr lang="pl-PL" sz="1600" err="1">
                <a:ea typeface="+mn-lt"/>
                <a:cs typeface="+mn-lt"/>
              </a:rPr>
              <a:t>documentation</a:t>
            </a:r>
            <a:r>
              <a:rPr lang="pl-PL" sz="1600">
                <a:ea typeface="+mn-lt"/>
                <a:cs typeface="+mn-lt"/>
              </a:rPr>
              <a:t> by </a:t>
            </a:r>
            <a:r>
              <a:rPr lang="pl-PL" sz="1600" err="1">
                <a:ea typeface="+mn-lt"/>
                <a:cs typeface="+mn-lt"/>
              </a:rPr>
              <a:t>organising</a:t>
            </a:r>
            <a:r>
              <a:rPr lang="pl-PL" sz="1600">
                <a:ea typeface="+mn-lt"/>
                <a:cs typeface="+mn-lt"/>
              </a:rPr>
              <a:t> OneNote and </a:t>
            </a:r>
            <a:r>
              <a:rPr lang="pl-PL" sz="1600" err="1">
                <a:ea typeface="+mn-lt"/>
                <a:cs typeface="+mn-lt"/>
              </a:rPr>
              <a:t>updating</a:t>
            </a:r>
            <a:r>
              <a:rPr lang="pl-PL" sz="1600">
                <a:ea typeface="+mn-lt"/>
                <a:cs typeface="+mn-lt"/>
              </a:rPr>
              <a:t> report </a:t>
            </a:r>
            <a:r>
              <a:rPr lang="pl-PL" sz="1600" err="1">
                <a:ea typeface="+mn-lt"/>
                <a:cs typeface="+mn-lt"/>
              </a:rPr>
              <a:t>sections</a:t>
            </a:r>
            <a:r>
              <a:rPr lang="pl-PL" sz="1600">
                <a:ea typeface="+mn-lt"/>
                <a:cs typeface="+mn-lt"/>
              </a:rPr>
              <a:t>.</a:t>
            </a:r>
            <a:endParaRPr lang="pl-PL" sz="1600"/>
          </a:p>
          <a:p>
            <a:pPr>
              <a:buFont typeface="Arial" panose="020B0604020202020204" pitchFamily="34" charset="0"/>
              <a:buChar char="•"/>
            </a:pPr>
            <a:r>
              <a:rPr lang="pl-PL" sz="1600" err="1">
                <a:ea typeface="+mn-lt"/>
                <a:cs typeface="+mn-lt"/>
              </a:rPr>
              <a:t>Supported</a:t>
            </a:r>
            <a:r>
              <a:rPr lang="pl-PL" sz="1600">
                <a:ea typeface="+mn-lt"/>
                <a:cs typeface="+mn-lt"/>
              </a:rPr>
              <a:t> the team </a:t>
            </a:r>
            <a:r>
              <a:rPr lang="pl-PL" sz="1600" err="1">
                <a:ea typeface="+mn-lt"/>
                <a:cs typeface="+mn-lt"/>
              </a:rPr>
              <a:t>during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sprints</a:t>
            </a:r>
            <a:r>
              <a:rPr lang="pl-PL" sz="1600">
                <a:ea typeface="+mn-lt"/>
                <a:cs typeface="+mn-lt"/>
              </a:rPr>
              <a:t> by </a:t>
            </a:r>
            <a:r>
              <a:rPr lang="pl-PL" sz="1600" err="1">
                <a:ea typeface="+mn-lt"/>
                <a:cs typeface="+mn-lt"/>
              </a:rPr>
              <a:t>giving</a:t>
            </a:r>
            <a:r>
              <a:rPr lang="pl-PL" sz="1600">
                <a:ea typeface="+mn-lt"/>
                <a:cs typeface="+mn-lt"/>
              </a:rPr>
              <a:t> feedback on UI, </a:t>
            </a:r>
            <a:r>
              <a:rPr lang="pl-PL" sz="1600" err="1">
                <a:ea typeface="+mn-lt"/>
                <a:cs typeface="+mn-lt"/>
              </a:rPr>
              <a:t>navigation</a:t>
            </a:r>
            <a:r>
              <a:rPr lang="pl-PL" sz="1600">
                <a:ea typeface="+mn-lt"/>
                <a:cs typeface="+mn-lt"/>
              </a:rPr>
              <a:t>, and </a:t>
            </a:r>
            <a:r>
              <a:rPr lang="pl-PL" sz="1600" err="1">
                <a:ea typeface="+mn-lt"/>
                <a:cs typeface="+mn-lt"/>
              </a:rPr>
              <a:t>flow</a:t>
            </a:r>
            <a:r>
              <a:rPr lang="pl-PL" sz="1600">
                <a:ea typeface="+mn-lt"/>
                <a:cs typeface="+mn-lt"/>
              </a:rPr>
              <a:t>.</a:t>
            </a:r>
            <a:endParaRPr lang="pl-PL" sz="1600"/>
          </a:p>
          <a:p>
            <a:pPr>
              <a:buFont typeface="Arial" panose="020B0604020202020204" pitchFamily="34" charset="0"/>
              <a:buChar char="•"/>
            </a:pPr>
            <a:r>
              <a:rPr lang="pl-PL" sz="1600" err="1">
                <a:ea typeface="+mn-lt"/>
                <a:cs typeface="+mn-lt"/>
              </a:rPr>
              <a:t>Assisted</a:t>
            </a:r>
            <a:r>
              <a:rPr lang="pl-PL" sz="1600">
                <a:ea typeface="+mn-lt"/>
                <a:cs typeface="+mn-lt"/>
              </a:rPr>
              <a:t> with </a:t>
            </a:r>
            <a:r>
              <a:rPr lang="pl-PL" sz="1600" err="1">
                <a:ea typeface="+mn-lt"/>
                <a:cs typeface="+mn-lt"/>
              </a:rPr>
              <a:t>linking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prototype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screens</a:t>
            </a:r>
            <a:r>
              <a:rPr lang="pl-PL" sz="1600">
                <a:ea typeface="+mn-lt"/>
                <a:cs typeface="+mn-lt"/>
              </a:rPr>
              <a:t> and </a:t>
            </a:r>
            <a:r>
              <a:rPr lang="pl-PL" sz="1600" err="1">
                <a:ea typeface="+mn-lt"/>
                <a:cs typeface="+mn-lt"/>
              </a:rPr>
              <a:t>ensuring</a:t>
            </a:r>
            <a:r>
              <a:rPr lang="pl-PL" sz="1600">
                <a:ea typeface="+mn-lt"/>
                <a:cs typeface="+mn-lt"/>
              </a:rPr>
              <a:t> </a:t>
            </a:r>
            <a:r>
              <a:rPr lang="pl-PL" sz="1600" err="1">
                <a:ea typeface="+mn-lt"/>
                <a:cs typeface="+mn-lt"/>
              </a:rPr>
              <a:t>consistency</a:t>
            </a:r>
            <a:r>
              <a:rPr lang="pl-PL" sz="1600">
                <a:ea typeface="+mn-lt"/>
                <a:cs typeface="+mn-lt"/>
              </a:rPr>
              <a:t> in design and layout.</a:t>
            </a:r>
            <a:endParaRPr lang="pl-PL" sz="1600"/>
          </a:p>
          <a:p>
            <a:pPr>
              <a:buFont typeface="Arial" panose="020B0604020202020204" pitchFamily="34" charset="0"/>
              <a:buChar char="•"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972816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AA6A711-2C3F-4EC0-B88B-62D740851176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Application>Microsoft Office PowerPoint</Application>
  <PresentationFormat>Widescreen</PresentationFormat>
  <Slides>27</Slides>
  <Notes>20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Custom</vt:lpstr>
      <vt:lpstr>JJK Solutions Agile Inception Deck</vt:lpstr>
      <vt:lpstr>PowerPoint Presentation</vt:lpstr>
      <vt:lpstr>Why are we here?</vt:lpstr>
      <vt:lpstr>Elevator Pitch</vt:lpstr>
      <vt:lpstr>PowerPoint Presentation</vt:lpstr>
      <vt:lpstr>Release Plan</vt:lpstr>
      <vt:lpstr>Release Plan</vt:lpstr>
      <vt:lpstr>Release 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Timeline</vt:lpstr>
      <vt:lpstr>Reflections  Kauan</vt:lpstr>
      <vt:lpstr>Reflections</vt:lpstr>
      <vt:lpstr>Reflections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JJK Solutions Agile Inception Deck</dc:title>
  <dc:creator>JAKUB NASTA - STUDENT</dc:creator>
  <cp:revision>1</cp:revision>
  <dcterms:created xsi:type="dcterms:W3CDTF">2025-09-30T18:16:13Z</dcterms:created>
  <dcterms:modified xsi:type="dcterms:W3CDTF">2025-12-01T15:48:41Z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